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81" r:id="rId3"/>
    <p:sldId id="284" r:id="rId4"/>
    <p:sldId id="282" r:id="rId5"/>
    <p:sldId id="277" r:id="rId6"/>
    <p:sldId id="270" r:id="rId7"/>
    <p:sldId id="278" r:id="rId8"/>
    <p:sldId id="286" r:id="rId9"/>
    <p:sldId id="261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40"/>
  </p:normalViewPr>
  <p:slideViewPr>
    <p:cSldViewPr snapToGrid="0">
      <p:cViewPr varScale="1">
        <p:scale>
          <a:sx n="36" d="100"/>
          <a:sy n="36" d="100"/>
        </p:scale>
        <p:origin x="9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C8B9-84C5-5334-5100-2B87E684D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82B6F-EBDF-9B3B-3D0A-1995B4C20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52DB9-DE00-12D2-6059-DFB2320C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CD80-BE03-26CE-A5F8-A7278635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BDC13-14DA-A552-DF4E-D08543C3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3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6408-50E5-FC96-8DBC-E1133A4F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A9AE-41FB-9C39-36D2-53437F860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ED427-44C2-D9E7-2C58-9AFF3661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1A24F-8B96-2FEF-5E98-39CEDD44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F45E8-00EF-F941-A8B1-0AEC6504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A54C-10C9-4E0D-2C3C-792E3A96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3A41A-B0B0-EB27-5438-CB450F90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3FDD5-68D5-35A9-D9A8-A06351B7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9AD3E-CF28-F085-B392-01EAE345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EB426-8920-32DB-664D-CD9F9A11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D2B1-090F-AAC3-8202-122E43A9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7096-15CB-86CD-E122-9D3150246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BC232-7DE0-9343-5DBD-55BFB26DD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3987-1D2C-8F5D-310C-9F1A460B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F9FD0-7AB7-FAC4-7C4C-C66A4C2B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73411-B444-8700-80C0-7037DECD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1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626-A8EB-9CC4-8285-8F73B01E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BE52B-EACD-800D-06DF-CE12B6877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63447-D627-2E32-5559-3A0B32932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84020-608A-1F2B-652E-040435B64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1526F-5B7F-05E6-2A9F-4DB46F96B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82946A-8484-99BF-D286-4E9240F6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1832A-1DD4-E15D-FC1C-B7BDCDED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31C65-128D-7E19-ACC2-91E56ACC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6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1A26-CA6C-1A2A-B3BC-CB4047FD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92D251-22D4-1220-0B6A-55462E80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D967A2-C765-95A2-91E2-DF2B810FD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40F4F-9C76-DE53-6B42-B3257D3B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6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B7D90-9FAB-87DD-7CA0-ED783B31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D05E5-46F4-6C7E-A642-30C4BF1A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30635-E774-ED5F-94B8-58B1A371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9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0370-5002-B694-37D7-4FA8D301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91C73-5DBD-96F1-8730-312CD8CA3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1F13E-4D94-5B86-FC88-76AEE0C20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53AE9-9BCE-72DC-48E3-6F2DDD4A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C52D3-649D-538B-8677-A4891685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D816A-DA94-EDFD-078D-4ED52B9E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5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EEAE-E329-0DAF-47CB-9060FA24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2DADC-7637-BFCC-CBFB-168C26CC9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1108-8DE3-54DE-3BD7-4B126F630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597DE-0D6F-DC06-02A9-38003FAB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27A58-EFEB-4906-5E07-8B754105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AF0AD-64FA-6439-00E1-A1C80B99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0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260A-72FA-D08F-B76F-67FC2BDB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40C7C-273D-AE09-5053-89AD1C2EB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481ED-8DE7-F2A1-3CBD-D5FC249C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4226D-A708-E8F6-466D-4B5C464B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6912E-777A-489B-0D48-2B80CB84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8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AF33D-0256-1B3A-1A18-FB9E1C495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4C010-3E05-78F4-8F98-AE4BF649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B1CDB-96BC-2A5C-D6F1-81C08B65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2001C-6D79-884E-7B1C-2ABA4949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201C2-F55E-0D5A-EE88-CD10F2D6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4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FED4B-14C6-1EAA-26A1-84714619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73931-B823-85B5-35E3-477FC080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D0BE3-22D8-2CCE-0C71-F5A1603DD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C366A-F69B-7441-A05E-74F562E6EB6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24C1-E3EF-3A8F-3A62-B5265490B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35EBE-953D-80AA-946F-79338BECB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5F6A-EDC4-1A48-836A-D737F97E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9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2129-1E10-7957-1B3C-3FA82CD4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582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Assumption: Process of Communication</a:t>
            </a:r>
          </a:p>
        </p:txBody>
      </p:sp>
      <p:pic>
        <p:nvPicPr>
          <p:cNvPr id="8" name="Content Placeholder 4" descr="A diagram of a channel&#10;&#10;Description automatically generated">
            <a:extLst>
              <a:ext uri="{FF2B5EF4-FFF2-40B4-BE49-F238E27FC236}">
                <a16:creationId xmlns:a16="http://schemas.microsoft.com/office/drawing/2014/main" id="{E3CFAAA3-CB06-5D05-E87E-499323A6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946"/>
            <a:ext cx="12034684" cy="585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0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7F488-893D-F31B-2EFD-C50375446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Art/Literature: Builds on the Ambiguities of Communication</a:t>
            </a:r>
          </a:p>
          <a:p>
            <a:r>
              <a:rPr lang="en-US" dirty="0"/>
              <a:t>Everyday Communication replicates these grey areas</a:t>
            </a:r>
          </a:p>
        </p:txBody>
      </p:sp>
    </p:spTree>
    <p:extLst>
      <p:ext uri="{BB962C8B-B14F-4D97-AF65-F5344CB8AC3E}">
        <p14:creationId xmlns:p14="http://schemas.microsoft.com/office/powerpoint/2010/main" val="85012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artoon of a person standing in a hospital with a doctor in the background&#10;&#10;Description automatically generated">
            <a:extLst>
              <a:ext uri="{FF2B5EF4-FFF2-40B4-BE49-F238E27FC236}">
                <a16:creationId xmlns:a16="http://schemas.microsoft.com/office/drawing/2014/main" id="{946AEB35-8729-8A42-037D-ADEA2BD8A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047" y="206477"/>
            <a:ext cx="8119905" cy="623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sitting on a bench&#10;&#10;Description automatically generated">
            <a:extLst>
              <a:ext uri="{FF2B5EF4-FFF2-40B4-BE49-F238E27FC236}">
                <a16:creationId xmlns:a16="http://schemas.microsoft.com/office/drawing/2014/main" id="{D78C72AE-24CF-2A49-777E-7C83529AE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2697" y="550506"/>
            <a:ext cx="6091084" cy="5626457"/>
          </a:xfrm>
        </p:spPr>
      </p:pic>
    </p:spTree>
    <p:extLst>
      <p:ext uri="{BB962C8B-B14F-4D97-AF65-F5344CB8AC3E}">
        <p14:creationId xmlns:p14="http://schemas.microsoft.com/office/powerpoint/2010/main" val="204963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F42E-C2FB-7B90-C6C0-AC0950BD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520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Garamond" panose="02020404030301010803" pitchFamily="18" charset="0"/>
              </a:rPr>
              <a:t>Range of Interpretations (Meanings/Feelings)</a:t>
            </a:r>
          </a:p>
        </p:txBody>
      </p:sp>
    </p:spTree>
    <p:extLst>
      <p:ext uri="{BB962C8B-B14F-4D97-AF65-F5344CB8AC3E}">
        <p14:creationId xmlns:p14="http://schemas.microsoft.com/office/powerpoint/2010/main" val="32967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C9A3-FCAB-2F7C-A60D-61D675B1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Overlapping Mind-Maps</a:t>
            </a:r>
          </a:p>
        </p:txBody>
      </p:sp>
      <p:pic>
        <p:nvPicPr>
          <p:cNvPr id="5" name="Content Placeholder 4" descr="A green and orange and orange colored brain&#10;&#10;Description automatically generated with medium confidence">
            <a:extLst>
              <a:ext uri="{FF2B5EF4-FFF2-40B4-BE49-F238E27FC236}">
                <a16:creationId xmlns:a16="http://schemas.microsoft.com/office/drawing/2014/main" id="{2C008951-DD19-35B2-000A-ED7BB746F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987" b="6132"/>
          <a:stretch/>
        </p:blipFill>
        <p:spPr>
          <a:xfrm>
            <a:off x="519016" y="1259840"/>
            <a:ext cx="11153967" cy="5042746"/>
          </a:xfrm>
        </p:spPr>
      </p:pic>
    </p:spTree>
    <p:extLst>
      <p:ext uri="{BB962C8B-B14F-4D97-AF65-F5344CB8AC3E}">
        <p14:creationId xmlns:p14="http://schemas.microsoft.com/office/powerpoint/2010/main" val="379176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2129-1E10-7957-1B3C-3FA82CD4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582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NOT really the process of Communication!</a:t>
            </a:r>
          </a:p>
        </p:txBody>
      </p:sp>
      <p:pic>
        <p:nvPicPr>
          <p:cNvPr id="6" name="Content Placeholder 4" descr="A diagram of a channel&#10;&#10;Description automatically generated">
            <a:extLst>
              <a:ext uri="{FF2B5EF4-FFF2-40B4-BE49-F238E27FC236}">
                <a16:creationId xmlns:a16="http://schemas.microsoft.com/office/drawing/2014/main" id="{E63BD36D-8491-1AA2-61DF-DCD84A9A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123"/>
            <a:ext cx="11540611" cy="532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59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two people talking&#10;&#10;Description automatically generated">
            <a:extLst>
              <a:ext uri="{FF2B5EF4-FFF2-40B4-BE49-F238E27FC236}">
                <a16:creationId xmlns:a16="http://schemas.microsoft.com/office/drawing/2014/main" id="{90FA6CE4-B65E-3B1D-F933-D575CA0C73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11" r="-1" b="-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4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DA8B-4DD7-2039-D00A-2784A2C7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52" y="119360"/>
            <a:ext cx="6370709" cy="78388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Garamond" panose="02020404030301010803" pitchFamily="18" charset="0"/>
              </a:rPr>
              <a:t>Conventional definition of language:</a:t>
            </a:r>
          </a:p>
        </p:txBody>
      </p:sp>
      <p:pic>
        <p:nvPicPr>
          <p:cNvPr id="5" name="Picture 4" descr="A tree with green leaves and text&#10;&#10;Description automatically generated">
            <a:extLst>
              <a:ext uri="{FF2B5EF4-FFF2-40B4-BE49-F238E27FC236}">
                <a16:creationId xmlns:a16="http://schemas.microsoft.com/office/drawing/2014/main" id="{7A95F5BE-C3A3-6112-8EDF-0787261B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94" y="1564284"/>
            <a:ext cx="4932375" cy="392164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9A655-C895-80B5-FE3B-142FAABC2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3526" y="1444923"/>
            <a:ext cx="5458838" cy="419252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Garamond" panose="02020404030301010803" pitchFamily="18" charset="0"/>
              </a:rPr>
              <a:t>NOT as straightforward</a:t>
            </a:r>
          </a:p>
          <a:p>
            <a:r>
              <a:rPr lang="en-US" sz="2000" dirty="0">
                <a:solidFill>
                  <a:srgbClr val="002060"/>
                </a:solidFill>
                <a:latin typeface="Garamond" panose="02020404030301010803" pitchFamily="18" charset="0"/>
              </a:rPr>
              <a:t>Meanings: Ambiguous, shifting, individual</a:t>
            </a: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Garamond" panose="020204040303010108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What must we do? 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(to guarantee productivity and safety)</a:t>
            </a:r>
          </a:p>
          <a:p>
            <a:r>
              <a:rPr lang="en-US" sz="20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Appreciate multiplicity of interpretation</a:t>
            </a:r>
          </a:p>
          <a:p>
            <a:r>
              <a:rPr lang="en-US" sz="20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Anticipate the possibility of misinterpretation</a:t>
            </a:r>
          </a:p>
          <a:p>
            <a:r>
              <a:rPr lang="en-US" sz="20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Ensure uninterrupted communication</a:t>
            </a: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sym typeface="Wingdings" pitchFamily="2" charset="2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51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3C6A-21DA-A389-BC89-B887AE8A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aramond" panose="02020404030301010803" pitchFamily="18" charset="0"/>
              </a:rPr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046AF-5D75-5315-2C74-DD9F0B79F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Clarity</a:t>
            </a:r>
          </a:p>
          <a:p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Coherence/Cogency</a:t>
            </a:r>
          </a:p>
          <a:p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Concision</a:t>
            </a:r>
          </a:p>
          <a:p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Concreteness</a:t>
            </a:r>
          </a:p>
          <a:p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Correctness</a:t>
            </a:r>
          </a:p>
          <a:p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Completeness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80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562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Assumption: Process of Communication</vt:lpstr>
      <vt:lpstr>PowerPoint Presentation</vt:lpstr>
      <vt:lpstr>PowerPoint Presentation</vt:lpstr>
      <vt:lpstr>PowerPoint Presentation</vt:lpstr>
      <vt:lpstr>Range of Interpretations (Meanings/Feelings)</vt:lpstr>
      <vt:lpstr>Overlapping Mind-Maps</vt:lpstr>
      <vt:lpstr>NOT really the process of Communication!</vt:lpstr>
      <vt:lpstr>PowerPoint Presentation</vt:lpstr>
      <vt:lpstr>Conventional definition of language:</vt:lpstr>
      <vt:lpstr>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Shuhita Bhattacharjee</dc:creator>
  <cp:lastModifiedBy>Shuhita Bhattacharjee</cp:lastModifiedBy>
  <cp:revision>10</cp:revision>
  <dcterms:created xsi:type="dcterms:W3CDTF">2023-09-12T18:17:02Z</dcterms:created>
  <dcterms:modified xsi:type="dcterms:W3CDTF">2025-10-06T17:50:39Z</dcterms:modified>
</cp:coreProperties>
</file>