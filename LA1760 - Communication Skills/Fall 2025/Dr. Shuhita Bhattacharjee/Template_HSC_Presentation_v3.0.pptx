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7375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2133" y="111378"/>
            <a:ext cx="6553708" cy="1125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487C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21335" y="1623136"/>
            <a:ext cx="11084560" cy="45857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6FC0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580382" y="6505376"/>
            <a:ext cx="2266950" cy="243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7375E"/>
                </a:solidFill>
                <a:latin typeface="Trebuchet MS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Note</a:t>
            </a:r>
            <a:r>
              <a:rPr dirty="0" spc="-130"/>
              <a:t> </a:t>
            </a:r>
            <a:r>
              <a:rPr dirty="0" spc="155"/>
              <a:t>–</a:t>
            </a:r>
            <a:r>
              <a:rPr dirty="0" spc="-150"/>
              <a:t> </a:t>
            </a:r>
            <a:r>
              <a:rPr dirty="0"/>
              <a:t>Please</a:t>
            </a:r>
            <a:r>
              <a:rPr dirty="0" spc="-155"/>
              <a:t> </a:t>
            </a:r>
            <a:r>
              <a:rPr dirty="0" spc="-45"/>
              <a:t>delete</a:t>
            </a:r>
            <a:r>
              <a:rPr dirty="0" spc="-125"/>
              <a:t> </a:t>
            </a:r>
            <a:r>
              <a:rPr dirty="0"/>
              <a:t>this</a:t>
            </a:r>
            <a:r>
              <a:rPr dirty="0" spc="-145"/>
              <a:t> </a:t>
            </a:r>
            <a:r>
              <a:rPr dirty="0"/>
              <a:t>slide</a:t>
            </a:r>
            <a:r>
              <a:rPr dirty="0" spc="-140"/>
              <a:t> </a:t>
            </a:r>
            <a:r>
              <a:rPr dirty="0" spc="-60"/>
              <a:t>before</a:t>
            </a:r>
            <a:r>
              <a:rPr dirty="0" spc="-145"/>
              <a:t> </a:t>
            </a:r>
            <a:r>
              <a:rPr dirty="0" spc="-20"/>
              <a:t>uploading</a:t>
            </a:r>
            <a:r>
              <a:rPr dirty="0" spc="-130"/>
              <a:t> </a:t>
            </a:r>
            <a:r>
              <a:rPr dirty="0" spc="-60"/>
              <a:t>your</a:t>
            </a:r>
            <a:r>
              <a:rPr dirty="0" spc="-145"/>
              <a:t> </a:t>
            </a:r>
            <a:r>
              <a:rPr dirty="0" spc="-35"/>
              <a:t>final</a:t>
            </a:r>
            <a:r>
              <a:rPr dirty="0" spc="-150"/>
              <a:t> </a:t>
            </a:r>
            <a:r>
              <a:rPr dirty="0" spc="-10"/>
              <a:t>presentation.</a:t>
            </a:r>
          </a:p>
          <a:p>
            <a:pPr>
              <a:lnSpc>
                <a:spcPct val="100000"/>
              </a:lnSpc>
              <a:spcBef>
                <a:spcPts val="1050"/>
              </a:spcBef>
            </a:pPr>
          </a:p>
          <a:p>
            <a:pPr marL="12700">
              <a:lnSpc>
                <a:spcPct val="100000"/>
              </a:lnSpc>
            </a:pP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Please</a:t>
            </a:r>
            <a:r>
              <a:rPr dirty="0" spc="-1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ensure</a:t>
            </a:r>
            <a:r>
              <a:rPr dirty="0" spc="-2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below</a:t>
            </a:r>
            <a:r>
              <a:rPr dirty="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pointers</a:t>
            </a:r>
            <a:r>
              <a:rPr dirty="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are</a:t>
            </a:r>
            <a:r>
              <a:rPr dirty="0" spc="-1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met</a:t>
            </a:r>
            <a:r>
              <a:rPr dirty="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r>
              <a:rPr dirty="0" spc="-55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submitting</a:t>
            </a:r>
            <a:r>
              <a:rPr dirty="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pc="-2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0000"/>
                </a:solidFill>
                <a:latin typeface="Arial"/>
                <a:cs typeface="Arial"/>
              </a:rPr>
              <a:t>Submission</a:t>
            </a:r>
            <a:r>
              <a:rPr dirty="0" spc="-3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pc="-50">
                <a:solidFill>
                  <a:srgbClr val="000000"/>
                </a:solidFill>
                <a:latin typeface="Arial"/>
                <a:cs typeface="Arial"/>
              </a:rPr>
              <a:t>:</a:t>
            </a:r>
          </a:p>
          <a:p>
            <a:pPr marL="24130" marR="5080">
              <a:lnSpc>
                <a:spcPts val="2160"/>
              </a:lnSpc>
              <a:spcBef>
                <a:spcPts val="1810"/>
              </a:spcBef>
            </a:pPr>
            <a:r>
              <a:rPr dirty="0" sz="2000" spc="-80" b="0">
                <a:solidFill>
                  <a:srgbClr val="000000"/>
                </a:solidFill>
                <a:latin typeface="Trebuchet MS"/>
                <a:cs typeface="Trebuchet MS"/>
              </a:rPr>
              <a:t>Your</a:t>
            </a:r>
            <a:r>
              <a:rPr dirty="0" sz="2000" spc="-114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45" b="0">
                <a:solidFill>
                  <a:srgbClr val="000000"/>
                </a:solidFill>
                <a:latin typeface="Trebuchet MS"/>
                <a:cs typeface="Trebuchet MS"/>
              </a:rPr>
              <a:t>presentation</a:t>
            </a:r>
            <a:r>
              <a:rPr dirty="0" sz="2000" spc="-1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must</a:t>
            </a:r>
            <a:r>
              <a:rPr dirty="0" sz="2000" spc="-114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0" b="0">
                <a:solidFill>
                  <a:srgbClr val="000000"/>
                </a:solidFill>
                <a:latin typeface="Trebuchet MS"/>
                <a:cs typeface="Trebuchet MS"/>
              </a:rPr>
              <a:t>not</a:t>
            </a:r>
            <a:r>
              <a:rPr dirty="0" sz="2000" spc="-1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45" b="0">
                <a:solidFill>
                  <a:srgbClr val="000000"/>
                </a:solidFill>
                <a:latin typeface="Trebuchet MS"/>
                <a:cs typeface="Trebuchet MS"/>
              </a:rPr>
              <a:t>exceed</a:t>
            </a:r>
            <a:r>
              <a:rPr dirty="0" sz="2000" spc="-10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0">
                <a:solidFill>
                  <a:srgbClr val="000000"/>
                </a:solidFill>
              </a:rPr>
              <a:t>Seven</a:t>
            </a:r>
            <a:r>
              <a:rPr dirty="0" sz="2000" spc="-110">
                <a:solidFill>
                  <a:srgbClr val="000000"/>
                </a:solidFill>
              </a:rPr>
              <a:t> </a:t>
            </a:r>
            <a:r>
              <a:rPr dirty="0" sz="2000" spc="-150">
                <a:solidFill>
                  <a:srgbClr val="000000"/>
                </a:solidFill>
              </a:rPr>
              <a:t>(7)</a:t>
            </a:r>
            <a:r>
              <a:rPr dirty="0" sz="2000" spc="-110">
                <a:solidFill>
                  <a:srgbClr val="000000"/>
                </a:solidFill>
              </a:rPr>
              <a:t> </a:t>
            </a:r>
            <a:r>
              <a:rPr dirty="0" sz="2000">
                <a:solidFill>
                  <a:srgbClr val="000000"/>
                </a:solidFill>
              </a:rPr>
              <a:t>slides</a:t>
            </a:r>
            <a:r>
              <a:rPr dirty="0" sz="2000" spc="-110">
                <a:solidFill>
                  <a:srgbClr val="000000"/>
                </a:solidFill>
              </a:rPr>
              <a:t> </a:t>
            </a:r>
            <a:r>
              <a:rPr dirty="0" sz="2000" spc="-5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z="2000" spc="-114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80" b="0">
                <a:solidFill>
                  <a:srgbClr val="000000"/>
                </a:solidFill>
                <a:latin typeface="Trebuchet MS"/>
                <a:cs typeface="Trebuchet MS"/>
              </a:rPr>
              <a:t>total</a:t>
            </a:r>
            <a:r>
              <a:rPr dirty="0" sz="2000" spc="-1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5" b="0">
                <a:solidFill>
                  <a:srgbClr val="000000"/>
                </a:solidFill>
                <a:latin typeface="Trebuchet MS"/>
                <a:cs typeface="Trebuchet MS"/>
              </a:rPr>
              <a:t>-</a:t>
            </a:r>
            <a:r>
              <a:rPr dirty="0" sz="2000" spc="-1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please</a:t>
            </a:r>
            <a:r>
              <a:rPr dirty="0" sz="2000" spc="-114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ensure</a:t>
            </a:r>
            <a:r>
              <a:rPr dirty="0" sz="2000" spc="-11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5" b="0">
                <a:solidFill>
                  <a:srgbClr val="000000"/>
                </a:solidFill>
                <a:latin typeface="Trebuchet MS"/>
                <a:cs typeface="Trebuchet MS"/>
              </a:rPr>
              <a:t>all</a:t>
            </a:r>
            <a:r>
              <a:rPr dirty="0" sz="2000" spc="-1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75" b="0">
                <a:solidFill>
                  <a:srgbClr val="000000"/>
                </a:solidFill>
                <a:latin typeface="Trebuchet MS"/>
                <a:cs typeface="Trebuchet MS"/>
              </a:rPr>
              <a:t>key</a:t>
            </a:r>
            <a:r>
              <a:rPr dirty="0" sz="2000" spc="-114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0" b="0">
                <a:solidFill>
                  <a:srgbClr val="000000"/>
                </a:solidFill>
                <a:latin typeface="Trebuchet MS"/>
                <a:cs typeface="Trebuchet MS"/>
              </a:rPr>
              <a:t>points</a:t>
            </a:r>
            <a:r>
              <a:rPr dirty="0" sz="2000" spc="-114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5" b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dirty="0" sz="2000" spc="-12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concise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5" b="0">
                <a:solidFill>
                  <a:srgbClr val="000000"/>
                </a:solidFill>
                <a:latin typeface="Trebuchet MS"/>
                <a:cs typeface="Trebuchet MS"/>
              </a:rPr>
              <a:t>clearly</a:t>
            </a:r>
            <a:r>
              <a:rPr dirty="0" sz="2000" spc="-1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5" b="0">
                <a:solidFill>
                  <a:srgbClr val="000000"/>
                </a:solidFill>
                <a:latin typeface="Trebuchet MS"/>
                <a:cs typeface="Trebuchet MS"/>
              </a:rPr>
              <a:t>presented</a:t>
            </a:r>
            <a:r>
              <a:rPr dirty="0" sz="2000" spc="-1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75" b="0">
                <a:solidFill>
                  <a:srgbClr val="000000"/>
                </a:solidFill>
                <a:latin typeface="Trebuchet MS"/>
                <a:cs typeface="Trebuchet MS"/>
              </a:rPr>
              <a:t>within</a:t>
            </a:r>
            <a:r>
              <a:rPr dirty="0" sz="2000" spc="-1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5" b="0">
                <a:solidFill>
                  <a:srgbClr val="000000"/>
                </a:solidFill>
                <a:latin typeface="Trebuchet MS"/>
                <a:cs typeface="Trebuchet MS"/>
              </a:rPr>
              <a:t>this</a:t>
            </a:r>
            <a:r>
              <a:rPr dirty="0" sz="2000" spc="-1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limit.</a:t>
            </a:r>
            <a:endParaRPr sz="2000">
              <a:latin typeface="Trebuchet MS"/>
              <a:cs typeface="Trebuchet MS"/>
            </a:endParaRPr>
          </a:p>
          <a:p>
            <a:pPr marL="539115" indent="-514984">
              <a:lnSpc>
                <a:spcPct val="100000"/>
              </a:lnSpc>
              <a:spcBef>
                <a:spcPts val="1889"/>
              </a:spcBef>
              <a:buAutoNum type="arabicPeriod"/>
              <a:tabLst>
                <a:tab pos="539115" algn="l"/>
              </a:tabLst>
            </a:pPr>
            <a:r>
              <a:rPr dirty="0" sz="2000" spc="-40" b="0">
                <a:solidFill>
                  <a:srgbClr val="000000"/>
                </a:solidFill>
                <a:latin typeface="Trebuchet MS"/>
                <a:cs typeface="Trebuchet MS"/>
              </a:rPr>
              <a:t>Solution/Approach</a:t>
            </a:r>
            <a:r>
              <a:rPr dirty="0" sz="2000" spc="-1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should</a:t>
            </a:r>
            <a:r>
              <a:rPr dirty="0" sz="2000" spc="-1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0" b="0">
                <a:solidFill>
                  <a:srgbClr val="000000"/>
                </a:solidFill>
                <a:latin typeface="Trebuchet MS"/>
                <a:cs typeface="Trebuchet MS"/>
              </a:rPr>
              <a:t>be</a:t>
            </a:r>
            <a:r>
              <a:rPr dirty="0" sz="2000" spc="-1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0" b="0">
                <a:solidFill>
                  <a:srgbClr val="000000"/>
                </a:solidFill>
                <a:latin typeface="Trebuchet MS"/>
                <a:cs typeface="Trebuchet MS"/>
              </a:rPr>
              <a:t>unique</a:t>
            </a:r>
            <a:r>
              <a:rPr dirty="0" sz="2000" spc="-1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80" b="0">
                <a:solidFill>
                  <a:srgbClr val="000000"/>
                </a:solidFill>
                <a:latin typeface="Trebuchet MS"/>
                <a:cs typeface="Trebuchet MS"/>
              </a:rPr>
              <a:t>C</a:t>
            </a:r>
            <a:r>
              <a:rPr dirty="0" sz="2000" spc="-1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novel.</a:t>
            </a:r>
            <a:endParaRPr sz="2000">
              <a:latin typeface="Trebuchet MS"/>
              <a:cs typeface="Trebuchet MS"/>
            </a:endParaRPr>
          </a:p>
          <a:p>
            <a:pPr marL="539115" indent="-514984">
              <a:lnSpc>
                <a:spcPct val="100000"/>
              </a:lnSpc>
              <a:spcBef>
                <a:spcPts val="760"/>
              </a:spcBef>
              <a:buAutoNum type="arabicPeriod"/>
              <a:tabLst>
                <a:tab pos="539115" algn="l"/>
              </a:tabLst>
            </a:pP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Please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10" b="0">
                <a:solidFill>
                  <a:srgbClr val="000000"/>
                </a:solidFill>
                <a:latin typeface="Trebuchet MS"/>
                <a:cs typeface="Trebuchet MS"/>
              </a:rPr>
              <a:t>try</a:t>
            </a:r>
            <a:r>
              <a:rPr dirty="0" sz="2000" spc="-1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7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2000" spc="-1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35" b="0">
                <a:solidFill>
                  <a:srgbClr val="000000"/>
                </a:solidFill>
                <a:latin typeface="Trebuchet MS"/>
                <a:cs typeface="Trebuchet MS"/>
              </a:rPr>
              <a:t>avoid</a:t>
            </a:r>
            <a:r>
              <a:rPr dirty="0" sz="2000" spc="-1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5" b="0">
                <a:solidFill>
                  <a:srgbClr val="000000"/>
                </a:solidFill>
                <a:latin typeface="Trebuchet MS"/>
                <a:cs typeface="Trebuchet MS"/>
              </a:rPr>
              <a:t>paragraphs</a:t>
            </a:r>
            <a:r>
              <a:rPr dirty="0" sz="2000" spc="-1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z="2000" spc="-1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post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5" b="0">
                <a:solidFill>
                  <a:srgbClr val="000000"/>
                </a:solidFill>
                <a:latin typeface="Trebuchet MS"/>
                <a:cs typeface="Trebuchet MS"/>
              </a:rPr>
              <a:t>your</a:t>
            </a:r>
            <a:r>
              <a:rPr dirty="0" sz="2000" spc="-1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40" b="0">
                <a:solidFill>
                  <a:srgbClr val="000000"/>
                </a:solidFill>
                <a:latin typeface="Trebuchet MS"/>
                <a:cs typeface="Trebuchet MS"/>
              </a:rPr>
              <a:t>idea</a:t>
            </a:r>
            <a:r>
              <a:rPr dirty="0" sz="2000" spc="-1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z="2000" spc="2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Infographics/points/diagrams.</a:t>
            </a:r>
            <a:endParaRPr sz="2000">
              <a:latin typeface="Trebuchet MS"/>
              <a:cs typeface="Trebuchet MS"/>
            </a:endParaRPr>
          </a:p>
          <a:p>
            <a:pPr marL="539115" indent="-514984">
              <a:lnSpc>
                <a:spcPct val="100000"/>
              </a:lnSpc>
              <a:spcBef>
                <a:spcPts val="765"/>
              </a:spcBef>
              <a:buAutoNum type="arabicPeriod"/>
              <a:tabLst>
                <a:tab pos="539115" algn="l"/>
              </a:tabLst>
            </a:pPr>
            <a:r>
              <a:rPr dirty="0" sz="2000" spc="-40" b="0">
                <a:solidFill>
                  <a:srgbClr val="000000"/>
                </a:solidFill>
                <a:latin typeface="Trebuchet MS"/>
                <a:cs typeface="Trebuchet MS"/>
              </a:rPr>
              <a:t>Keep</a:t>
            </a:r>
            <a:r>
              <a:rPr dirty="0" sz="2000" spc="-1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5" b="0">
                <a:solidFill>
                  <a:srgbClr val="000000"/>
                </a:solidFill>
                <a:latin typeface="Trebuchet MS"/>
                <a:cs typeface="Trebuchet MS"/>
              </a:rPr>
              <a:t>your</a:t>
            </a:r>
            <a:r>
              <a:rPr dirty="0" sz="2000" spc="-1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5" b="0">
                <a:solidFill>
                  <a:srgbClr val="000000"/>
                </a:solidFill>
                <a:latin typeface="Trebuchet MS"/>
                <a:cs typeface="Trebuchet MS"/>
              </a:rPr>
              <a:t>points/explanation</a:t>
            </a:r>
            <a:r>
              <a:rPr dirty="0" sz="2000" spc="-19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0" b="0">
                <a:solidFill>
                  <a:srgbClr val="000000"/>
                </a:solidFill>
                <a:latin typeface="Trebuchet MS"/>
                <a:cs typeface="Trebuchet MS"/>
              </a:rPr>
              <a:t>precise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z="2000" spc="-1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easy</a:t>
            </a:r>
            <a:r>
              <a:rPr dirty="0" sz="2000" spc="-17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7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2000" spc="-1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understand.</a:t>
            </a:r>
            <a:endParaRPr sz="2000">
              <a:latin typeface="Trebuchet MS"/>
              <a:cs typeface="Trebuchet MS"/>
            </a:endParaRPr>
          </a:p>
          <a:p>
            <a:pPr marL="539115" indent="-514984">
              <a:lnSpc>
                <a:spcPct val="100000"/>
              </a:lnSpc>
              <a:spcBef>
                <a:spcPts val="755"/>
              </a:spcBef>
              <a:buAutoNum type="arabicPeriod"/>
              <a:tabLst>
                <a:tab pos="539115" algn="l"/>
              </a:tabLst>
            </a:pP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Make</a:t>
            </a:r>
            <a:r>
              <a:rPr dirty="0" sz="2000" spc="-1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sure</a:t>
            </a:r>
            <a:r>
              <a:rPr dirty="0" sz="2000" spc="-1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5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2000" spc="-1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45" b="0">
                <a:solidFill>
                  <a:srgbClr val="000000"/>
                </a:solidFill>
                <a:latin typeface="Trebuchet MS"/>
                <a:cs typeface="Trebuchet MS"/>
              </a:rPr>
              <a:t>content</a:t>
            </a:r>
            <a:r>
              <a:rPr dirty="0" sz="2000" spc="-1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is</a:t>
            </a:r>
            <a:r>
              <a:rPr dirty="0" sz="2000" spc="-12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0" b="0">
                <a:solidFill>
                  <a:srgbClr val="000000"/>
                </a:solidFill>
                <a:latin typeface="Trebuchet MS"/>
                <a:cs typeface="Trebuchet MS"/>
              </a:rPr>
              <a:t>original</a:t>
            </a:r>
            <a:r>
              <a:rPr dirty="0" sz="2000" spc="-1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z="2000" spc="-1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0" b="0">
                <a:solidFill>
                  <a:srgbClr val="000000"/>
                </a:solidFill>
                <a:latin typeface="Trebuchet MS"/>
                <a:cs typeface="Trebuchet MS"/>
              </a:rPr>
              <a:t>properly</a:t>
            </a:r>
            <a:r>
              <a:rPr dirty="0" sz="2000" spc="-1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0" b="0">
                <a:solidFill>
                  <a:srgbClr val="000000"/>
                </a:solidFill>
                <a:latin typeface="Trebuchet MS"/>
                <a:cs typeface="Trebuchet MS"/>
              </a:rPr>
              <a:t>referenced</a:t>
            </a:r>
            <a:r>
              <a:rPr dirty="0" sz="2000" spc="-1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25" b="0">
                <a:solidFill>
                  <a:srgbClr val="000000"/>
                </a:solidFill>
                <a:latin typeface="Trebuchet MS"/>
                <a:cs typeface="Trebuchet MS"/>
              </a:rPr>
              <a:t>if</a:t>
            </a:r>
            <a:r>
              <a:rPr dirty="0" sz="2000" spc="-1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sources</a:t>
            </a:r>
            <a:r>
              <a:rPr dirty="0" sz="2000" spc="-16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5" b="0">
                <a:solidFill>
                  <a:srgbClr val="000000"/>
                </a:solidFill>
                <a:latin typeface="Trebuchet MS"/>
                <a:cs typeface="Trebuchet MS"/>
              </a:rPr>
              <a:t>are</a:t>
            </a:r>
            <a:r>
              <a:rPr dirty="0" sz="2000" spc="-1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used.</a:t>
            </a:r>
            <a:endParaRPr sz="2000">
              <a:latin typeface="Trebuchet MS"/>
              <a:cs typeface="Trebuchet MS"/>
            </a:endParaRPr>
          </a:p>
          <a:p>
            <a:pPr marL="539115" indent="-514984">
              <a:lnSpc>
                <a:spcPts val="2280"/>
              </a:lnSpc>
              <a:spcBef>
                <a:spcPts val="760"/>
              </a:spcBef>
              <a:buAutoNum type="arabicPeriod"/>
              <a:tabLst>
                <a:tab pos="539115" algn="l"/>
              </a:tabLst>
            </a:pP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You</a:t>
            </a:r>
            <a:r>
              <a:rPr dirty="0" sz="200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can</a:t>
            </a:r>
            <a:r>
              <a:rPr dirty="0" sz="200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only</a:t>
            </a:r>
            <a:r>
              <a:rPr dirty="0" sz="200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use</a:t>
            </a:r>
            <a:r>
              <a:rPr dirty="0" sz="200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0" b="0">
                <a:solidFill>
                  <a:srgbClr val="000000"/>
                </a:solidFill>
                <a:latin typeface="Trebuchet MS"/>
                <a:cs typeface="Trebuchet MS"/>
              </a:rPr>
              <a:t>provided</a:t>
            </a:r>
            <a:r>
              <a:rPr dirty="0" sz="200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30" b="0">
                <a:solidFill>
                  <a:srgbClr val="000000"/>
                </a:solidFill>
                <a:latin typeface="Trebuchet MS"/>
                <a:cs typeface="Trebuchet MS"/>
              </a:rPr>
              <a:t>template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for</a:t>
            </a:r>
            <a:r>
              <a:rPr dirty="0" sz="200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making</a:t>
            </a:r>
            <a:r>
              <a:rPr dirty="0" sz="2000" spc="-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200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5" b="0">
                <a:solidFill>
                  <a:srgbClr val="000000"/>
                </a:solidFill>
                <a:latin typeface="Trebuchet MS"/>
                <a:cs typeface="Trebuchet MS"/>
              </a:rPr>
              <a:t>presentation</a:t>
            </a:r>
            <a:r>
              <a:rPr dirty="0" sz="2000" spc="-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35" b="0">
                <a:solidFill>
                  <a:srgbClr val="000000"/>
                </a:solidFill>
                <a:latin typeface="Trebuchet MS"/>
                <a:cs typeface="Trebuchet MS"/>
              </a:rPr>
              <a:t>without</a:t>
            </a:r>
            <a:r>
              <a:rPr dirty="0" sz="2000" spc="-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changing</a:t>
            </a:r>
            <a:r>
              <a:rPr dirty="0" sz="2000" spc="-3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2000" spc="-3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details</a:t>
            </a:r>
            <a:endParaRPr sz="2000">
              <a:latin typeface="Trebuchet MS"/>
              <a:cs typeface="Trebuchet MS"/>
            </a:endParaRPr>
          </a:p>
          <a:p>
            <a:pPr marL="539115">
              <a:lnSpc>
                <a:spcPts val="2280"/>
              </a:lnSpc>
            </a:pPr>
            <a:r>
              <a:rPr dirty="0" sz="2000" spc="-40" b="0">
                <a:solidFill>
                  <a:srgbClr val="000000"/>
                </a:solidFill>
                <a:latin typeface="Trebuchet MS"/>
                <a:cs typeface="Trebuchet MS"/>
              </a:rPr>
              <a:t>pointers</a:t>
            </a:r>
            <a:r>
              <a:rPr dirty="0" sz="2000" spc="-14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45" b="0">
                <a:solidFill>
                  <a:srgbClr val="000000"/>
                </a:solidFill>
                <a:latin typeface="Trebuchet MS"/>
                <a:cs typeface="Trebuchet MS"/>
              </a:rPr>
              <a:t>(mentioned</a:t>
            </a:r>
            <a:r>
              <a:rPr dirty="0" sz="2000" spc="-1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z="2000" spc="-14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slides).</a:t>
            </a:r>
            <a:endParaRPr sz="2000">
              <a:latin typeface="Trebuchet MS"/>
              <a:cs typeface="Trebuchet MS"/>
            </a:endParaRPr>
          </a:p>
          <a:p>
            <a:pPr marL="539115" indent="-514984">
              <a:lnSpc>
                <a:spcPct val="100000"/>
              </a:lnSpc>
              <a:spcBef>
                <a:spcPts val="770"/>
              </a:spcBef>
              <a:buAutoNum type="arabicPeriod" startAt="6"/>
              <a:tabLst>
                <a:tab pos="539115" algn="l"/>
              </a:tabLst>
            </a:pPr>
            <a:r>
              <a:rPr dirty="0" sz="2000" spc="-60" b="0">
                <a:solidFill>
                  <a:srgbClr val="000000"/>
                </a:solidFill>
                <a:latin typeface="Trebuchet MS"/>
                <a:cs typeface="Trebuchet MS"/>
              </a:rPr>
              <a:t>You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20" b="0">
                <a:solidFill>
                  <a:srgbClr val="000000"/>
                </a:solidFill>
                <a:latin typeface="Trebuchet MS"/>
                <a:cs typeface="Trebuchet MS"/>
              </a:rPr>
              <a:t>need</a:t>
            </a:r>
            <a:r>
              <a:rPr dirty="0" sz="2000" spc="-18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70" b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dirty="0" sz="2000" spc="-1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save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5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95" b="0">
                <a:solidFill>
                  <a:srgbClr val="000000"/>
                </a:solidFill>
                <a:latin typeface="Trebuchet MS"/>
                <a:cs typeface="Trebuchet MS"/>
              </a:rPr>
              <a:t>file</a:t>
            </a:r>
            <a:r>
              <a:rPr dirty="0" sz="2000" spc="-15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50" b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50" b="0">
                <a:solidFill>
                  <a:srgbClr val="000000"/>
                </a:solidFill>
                <a:latin typeface="Trebuchet MS"/>
                <a:cs typeface="Trebuchet MS"/>
              </a:rPr>
              <a:t>PDF</a:t>
            </a:r>
            <a:r>
              <a:rPr dirty="0" sz="2000" spc="-15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and</a:t>
            </a:r>
            <a:r>
              <a:rPr dirty="0" sz="2000" spc="-17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upload</a:t>
            </a:r>
            <a:r>
              <a:rPr dirty="0" sz="2000" spc="-1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65" b="0">
                <a:solidFill>
                  <a:srgbClr val="000000"/>
                </a:solidFill>
                <a:latin typeface="Trebuchet MS"/>
                <a:cs typeface="Trebuchet MS"/>
              </a:rPr>
              <a:t>the</a:t>
            </a:r>
            <a:r>
              <a:rPr dirty="0" sz="2000" spc="-1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same</a:t>
            </a:r>
            <a:r>
              <a:rPr dirty="0" sz="2000" spc="-165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b="0">
                <a:solidFill>
                  <a:srgbClr val="000000"/>
                </a:solidFill>
                <a:latin typeface="Trebuchet MS"/>
                <a:cs typeface="Trebuchet MS"/>
              </a:rPr>
              <a:t>on</a:t>
            </a:r>
            <a:r>
              <a:rPr dirty="0" sz="2000" spc="-180" b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dirty="0" sz="2000" spc="-10" b="0">
                <a:solidFill>
                  <a:srgbClr val="000000"/>
                </a:solidFill>
                <a:latin typeface="Trebuchet MS"/>
                <a:cs typeface="Trebuchet MS"/>
              </a:rPr>
              <a:t>portal.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2133" y="111378"/>
            <a:ext cx="5558155" cy="1125855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 indent="568325">
              <a:lnSpc>
                <a:spcPct val="100600"/>
              </a:lnSpc>
              <a:spcBef>
                <a:spcPts val="75"/>
              </a:spcBef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Important</a:t>
            </a:r>
            <a:r>
              <a:rPr dirty="0" spc="-1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Instructions</a:t>
            </a:r>
            <a:r>
              <a:rPr dirty="0" spc="-13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: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HSC</a:t>
            </a:r>
            <a:r>
              <a:rPr dirty="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-</a:t>
            </a:r>
            <a:r>
              <a:rPr dirty="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Hackathon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Presentation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398122" y="6423456"/>
            <a:ext cx="107314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888888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2824" rIns="0" bIns="0" rtlCol="0" vert="horz">
            <a:spAutoFit/>
          </a:bodyPr>
          <a:lstStyle/>
          <a:p>
            <a:pPr marL="1767839">
              <a:lnSpc>
                <a:spcPct val="100000"/>
              </a:lnSpc>
              <a:spcBef>
                <a:spcPts val="100"/>
              </a:spcBef>
            </a:pPr>
            <a:r>
              <a:rPr dirty="0" spc="-45"/>
              <a:t>Cover</a:t>
            </a:r>
            <a:r>
              <a:rPr dirty="0" spc="-310"/>
              <a:t> </a:t>
            </a:r>
            <a:r>
              <a:rPr dirty="0" spc="-20"/>
              <a:t>Page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958697" y="1623136"/>
            <a:ext cx="4980940" cy="4050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400" spc="-35" b="1">
                <a:solidFill>
                  <a:srgbClr val="006FC0"/>
                </a:solidFill>
                <a:latin typeface="Trebuchet MS"/>
                <a:cs typeface="Trebuchet MS"/>
              </a:rPr>
              <a:t>Problem</a:t>
            </a:r>
            <a:r>
              <a:rPr dirty="0" sz="2400" spc="-180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Trebuchet MS"/>
                <a:cs typeface="Trebuchet MS"/>
              </a:rPr>
              <a:t>Statement/Concept</a:t>
            </a:r>
            <a:r>
              <a:rPr dirty="0" sz="2400" spc="-170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35" b="1">
                <a:solidFill>
                  <a:srgbClr val="006FC0"/>
                </a:solidFill>
                <a:latin typeface="Trebuchet MS"/>
                <a:cs typeface="Trebuchet MS"/>
              </a:rPr>
              <a:t>Title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spc="-10" b="1">
                <a:solidFill>
                  <a:srgbClr val="006FC0"/>
                </a:solidFill>
                <a:latin typeface="Trebuchet MS"/>
                <a:cs typeface="Trebuchet MS"/>
              </a:rPr>
              <a:t>Theme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spc="-105" b="1">
                <a:solidFill>
                  <a:srgbClr val="006FC0"/>
                </a:solidFill>
                <a:latin typeface="Trebuchet MS"/>
                <a:cs typeface="Trebuchet MS"/>
              </a:rPr>
              <a:t>Team</a:t>
            </a:r>
            <a:r>
              <a:rPr dirty="0" sz="2400" spc="-160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b="1">
                <a:solidFill>
                  <a:srgbClr val="006FC0"/>
                </a:solidFill>
                <a:latin typeface="Trebuchet MS"/>
                <a:cs typeface="Trebuchet MS"/>
              </a:rPr>
              <a:t>Name</a:t>
            </a:r>
            <a:r>
              <a:rPr dirty="0" sz="2400" spc="-165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50" b="1">
                <a:solidFill>
                  <a:srgbClr val="006FC0"/>
                </a:solidFill>
                <a:latin typeface="Trebuchet MS"/>
                <a:cs typeface="Trebuchet MS"/>
              </a:rPr>
              <a:t>(Registered</a:t>
            </a:r>
            <a:r>
              <a:rPr dirty="0" sz="2400" spc="-175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20" b="1">
                <a:solidFill>
                  <a:srgbClr val="006FC0"/>
                </a:solidFill>
                <a:latin typeface="Trebuchet MS"/>
                <a:cs typeface="Trebuchet MS"/>
              </a:rPr>
              <a:t>on</a:t>
            </a:r>
            <a:r>
              <a:rPr dirty="0" sz="2400" spc="-170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Trebuchet MS"/>
                <a:cs typeface="Trebuchet MS"/>
              </a:rPr>
              <a:t>portal)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spc="-110" b="1">
                <a:solidFill>
                  <a:srgbClr val="006FC0"/>
                </a:solidFill>
                <a:latin typeface="Trebuchet MS"/>
                <a:cs typeface="Trebuchet MS"/>
              </a:rPr>
              <a:t>Team</a:t>
            </a:r>
            <a:r>
              <a:rPr dirty="0" sz="2400" spc="-175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25" b="1">
                <a:solidFill>
                  <a:srgbClr val="006FC0"/>
                </a:solidFill>
                <a:latin typeface="Trebuchet MS"/>
                <a:cs typeface="Trebuchet MS"/>
              </a:rPr>
              <a:t>ID(Registered</a:t>
            </a:r>
            <a:r>
              <a:rPr dirty="0" sz="2400" spc="-190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20" b="1">
                <a:solidFill>
                  <a:srgbClr val="006FC0"/>
                </a:solidFill>
                <a:latin typeface="Trebuchet MS"/>
                <a:cs typeface="Trebuchet MS"/>
              </a:rPr>
              <a:t>on</a:t>
            </a:r>
            <a:r>
              <a:rPr dirty="0" sz="2400" spc="-195" b="1">
                <a:solidFill>
                  <a:srgbClr val="006FC0"/>
                </a:solidFill>
                <a:latin typeface="Trebuchet MS"/>
                <a:cs typeface="Trebuchet MS"/>
              </a:rPr>
              <a:t> </a:t>
            </a:r>
            <a:r>
              <a:rPr dirty="0" sz="2400" spc="-10" b="1">
                <a:solidFill>
                  <a:srgbClr val="006FC0"/>
                </a:solidFill>
                <a:latin typeface="Trebuchet MS"/>
                <a:cs typeface="Trebuchet MS"/>
              </a:rPr>
              <a:t>portal)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spc="-10" b="1">
                <a:solidFill>
                  <a:srgbClr val="006FC0"/>
                </a:solidFill>
                <a:latin typeface="Trebuchet MS"/>
                <a:cs typeface="Trebuchet MS"/>
              </a:rPr>
              <a:t>Institution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5"/>
              </a:spcBef>
              <a:buClr>
                <a:srgbClr val="006FC0"/>
              </a:buClr>
              <a:buFont typeface="Arial MT"/>
              <a:buChar char="•"/>
            </a:pPr>
            <a:endParaRPr sz="2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 sz="2400" spc="-10" b="1">
                <a:solidFill>
                  <a:srgbClr val="006FC0"/>
                </a:solidFill>
                <a:latin typeface="Trebuchet MS"/>
                <a:cs typeface="Trebuchet MS"/>
              </a:rPr>
              <a:t>State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80382" y="6494475"/>
            <a:ext cx="226695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125">
                <a:solidFill>
                  <a:srgbClr val="17375E"/>
                </a:solidFill>
                <a:latin typeface="Trebuchet MS"/>
                <a:cs typeface="Trebuchet MS"/>
              </a:rPr>
              <a:t>@HSC</a:t>
            </a:r>
            <a:r>
              <a:rPr dirty="0" sz="1400" spc="-30">
                <a:solidFill>
                  <a:srgbClr val="17375E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17375E"/>
                </a:solidFill>
                <a:latin typeface="Trebuchet MS"/>
                <a:cs typeface="Trebuchet MS"/>
              </a:rPr>
              <a:t>submission-</a:t>
            </a:r>
            <a:r>
              <a:rPr dirty="0" sz="1400" spc="-25">
                <a:solidFill>
                  <a:srgbClr val="17375E"/>
                </a:solidFill>
                <a:latin typeface="Trebuchet MS"/>
                <a:cs typeface="Trebuchet MS"/>
              </a:rPr>
              <a:t> </a:t>
            </a:r>
            <a:r>
              <a:rPr dirty="0" sz="1400" spc="-45">
                <a:solidFill>
                  <a:srgbClr val="17375E"/>
                </a:solidFill>
                <a:latin typeface="Trebuchet MS"/>
                <a:cs typeface="Trebuchet MS"/>
              </a:rPr>
              <a:t>Template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9006" rIns="0" bIns="0" rtlCol="0" vert="horz">
            <a:spAutoFit/>
          </a:bodyPr>
          <a:lstStyle/>
          <a:p>
            <a:pPr marL="664210">
              <a:lnSpc>
                <a:spcPct val="100000"/>
              </a:lnSpc>
              <a:spcBef>
                <a:spcPts val="105"/>
              </a:spcBef>
            </a:pPr>
            <a:r>
              <a:rPr dirty="0" sz="3200" spc="-40"/>
              <a:t>Problem</a:t>
            </a:r>
            <a:r>
              <a:rPr dirty="0" sz="3200" spc="-300"/>
              <a:t> </a:t>
            </a:r>
            <a:r>
              <a:rPr dirty="0" sz="3200" spc="290"/>
              <a:t>–</a:t>
            </a:r>
            <a:r>
              <a:rPr dirty="0" sz="3200" spc="-290"/>
              <a:t> </a:t>
            </a:r>
            <a:r>
              <a:rPr dirty="0" sz="3200"/>
              <a:t>Proposed</a:t>
            </a:r>
            <a:r>
              <a:rPr dirty="0" sz="3200" spc="-305"/>
              <a:t> </a:t>
            </a:r>
            <a:r>
              <a:rPr dirty="0" sz="3200" spc="-10"/>
              <a:t>Solution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654812" y="2100834"/>
            <a:ext cx="6462395" cy="2586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1F487C"/>
                </a:solidFill>
                <a:latin typeface="Trebuchet MS"/>
                <a:cs typeface="Trebuchet MS"/>
              </a:rPr>
              <a:t>Core</a:t>
            </a:r>
            <a:r>
              <a:rPr dirty="0" sz="2400" spc="-16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dirty="0" sz="2400" spc="-50">
                <a:solidFill>
                  <a:srgbClr val="1F487C"/>
                </a:solidFill>
                <a:latin typeface="Trebuchet MS"/>
                <a:cs typeface="Trebuchet MS"/>
              </a:rPr>
              <a:t>problem/Proposed</a:t>
            </a:r>
            <a:r>
              <a:rPr dirty="0" sz="2400" spc="-125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dirty="0" sz="2400" spc="-10">
                <a:solidFill>
                  <a:srgbClr val="1F487C"/>
                </a:solidFill>
                <a:latin typeface="Trebuchet MS"/>
                <a:cs typeface="Trebuchet MS"/>
              </a:rPr>
              <a:t>Solution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2400" spc="-25">
                <a:solidFill>
                  <a:srgbClr val="1F487C"/>
                </a:solidFill>
                <a:latin typeface="Trebuchet MS"/>
                <a:cs typeface="Trebuchet MS"/>
              </a:rPr>
              <a:t>(Describe</a:t>
            </a:r>
            <a:r>
              <a:rPr dirty="0" sz="2400" spc="-190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dirty="0" sz="2400" spc="-60">
                <a:solidFill>
                  <a:srgbClr val="1F487C"/>
                </a:solidFill>
                <a:latin typeface="Trebuchet MS"/>
                <a:cs typeface="Trebuchet MS"/>
              </a:rPr>
              <a:t>your</a:t>
            </a:r>
            <a:r>
              <a:rPr dirty="0" sz="2400" spc="-185">
                <a:solidFill>
                  <a:srgbClr val="1F487C"/>
                </a:solidFill>
                <a:latin typeface="Trebuchet MS"/>
                <a:cs typeface="Trebuchet MS"/>
              </a:rPr>
              <a:t> </a:t>
            </a:r>
            <a:r>
              <a:rPr dirty="0" sz="2400" spc="-70">
                <a:solidFill>
                  <a:srgbClr val="1F487C"/>
                </a:solidFill>
                <a:latin typeface="Trebuchet MS"/>
                <a:cs typeface="Trebuchet MS"/>
              </a:rPr>
              <a:t>Concept/Idea/Solution/Prototype)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 spc="-55">
                <a:latin typeface="Trebuchet MS"/>
                <a:cs typeface="Trebuchet MS"/>
              </a:rPr>
              <a:t>Detailed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70">
                <a:latin typeface="Trebuchet MS"/>
                <a:cs typeface="Trebuchet MS"/>
              </a:rPr>
              <a:t>explanation</a:t>
            </a:r>
            <a:r>
              <a:rPr dirty="0" sz="2400" spc="-14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of</a:t>
            </a:r>
            <a:r>
              <a:rPr dirty="0" sz="2400" spc="-19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1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proposed</a:t>
            </a:r>
            <a:r>
              <a:rPr dirty="0" sz="2400" spc="-16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solution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rebuchet MS"/>
                <a:cs typeface="Trebuchet MS"/>
              </a:rPr>
              <a:t>How</a:t>
            </a:r>
            <a:r>
              <a:rPr dirty="0" sz="2400" spc="-1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does</a:t>
            </a:r>
            <a:r>
              <a:rPr dirty="0" sz="2400" spc="-155">
                <a:latin typeface="Trebuchet MS"/>
                <a:cs typeface="Trebuchet MS"/>
              </a:rPr>
              <a:t> it</a:t>
            </a:r>
            <a:r>
              <a:rPr dirty="0" sz="2400" spc="-17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address</a:t>
            </a:r>
            <a:r>
              <a:rPr dirty="0" sz="2400" spc="-15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16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problem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50">
                <a:latin typeface="Trebuchet MS"/>
                <a:cs typeface="Trebuchet MS"/>
              </a:rPr>
              <a:t>Innovation</a:t>
            </a:r>
            <a:r>
              <a:rPr dirty="0" sz="2400" spc="-16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and</a:t>
            </a:r>
            <a:r>
              <a:rPr dirty="0" sz="2400" spc="-16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uniqueness</a:t>
            </a:r>
            <a:r>
              <a:rPr dirty="0" sz="2400" spc="-17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of</a:t>
            </a:r>
            <a:r>
              <a:rPr dirty="0" sz="2400" spc="-17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1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solution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Team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Trebuchet MS"/>
                <a:cs typeface="Trebuchet MS"/>
              </a:rPr>
              <a:t>Name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492" rIns="0" bIns="0" rtlCol="0" vert="horz">
            <a:spAutoFit/>
          </a:bodyPr>
          <a:lstStyle/>
          <a:p>
            <a:pPr marL="1326515">
              <a:lnSpc>
                <a:spcPct val="100000"/>
              </a:lnSpc>
              <a:spcBef>
                <a:spcPts val="100"/>
              </a:spcBef>
            </a:pPr>
            <a:r>
              <a:rPr dirty="0" spc="-90"/>
              <a:t>Technical</a:t>
            </a:r>
            <a:r>
              <a:rPr dirty="0" spc="-295"/>
              <a:t> </a:t>
            </a:r>
            <a:r>
              <a:rPr dirty="0" spc="-10"/>
              <a:t>Approach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2544013"/>
            <a:ext cx="9229725" cy="2221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40">
                <a:latin typeface="Trebuchet MS"/>
                <a:cs typeface="Trebuchet MS"/>
              </a:rPr>
              <a:t>Technologies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to</a:t>
            </a:r>
            <a:r>
              <a:rPr dirty="0" sz="2400" spc="-11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be</a:t>
            </a:r>
            <a:r>
              <a:rPr dirty="0" sz="2400" spc="-90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used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165">
                <a:latin typeface="Trebuchet MS"/>
                <a:cs typeface="Trebuchet MS"/>
              </a:rPr>
              <a:t>(e.g.</a:t>
            </a:r>
            <a:r>
              <a:rPr dirty="0" sz="2400" spc="-95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programming</a:t>
            </a:r>
            <a:r>
              <a:rPr dirty="0" sz="2400" spc="-75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languages,</a:t>
            </a:r>
            <a:r>
              <a:rPr dirty="0" sz="2400" spc="-8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frameworks,</a:t>
            </a:r>
            <a:endParaRPr sz="2400">
              <a:latin typeface="Trebuchet MS"/>
              <a:cs typeface="Trebuchet MS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400" spc="-10">
                <a:latin typeface="Trebuchet MS"/>
                <a:cs typeface="Trebuchet MS"/>
              </a:rPr>
              <a:t>stack)</a:t>
            </a:r>
            <a:endParaRPr sz="2400">
              <a:latin typeface="Trebuchet MS"/>
              <a:cs typeface="Trebuchet MS"/>
            </a:endParaRPr>
          </a:p>
          <a:p>
            <a:pPr marL="355600" marR="571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400" spc="-20">
                <a:latin typeface="Trebuchet MS"/>
                <a:cs typeface="Trebuchet MS"/>
              </a:rPr>
              <a:t>Methodology</a:t>
            </a:r>
            <a:r>
              <a:rPr dirty="0" sz="2400" spc="-18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and</a:t>
            </a:r>
            <a:r>
              <a:rPr dirty="0" sz="2400" spc="-13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process</a:t>
            </a:r>
            <a:r>
              <a:rPr dirty="0" sz="2400" spc="-165">
                <a:latin typeface="Trebuchet MS"/>
                <a:cs typeface="Trebuchet MS"/>
              </a:rPr>
              <a:t> </a:t>
            </a:r>
            <a:r>
              <a:rPr dirty="0" sz="2400" spc="-114">
                <a:latin typeface="Trebuchet MS"/>
                <a:cs typeface="Trebuchet MS"/>
              </a:rPr>
              <a:t>for</a:t>
            </a:r>
            <a:r>
              <a:rPr dirty="0" sz="2400" spc="-150">
                <a:latin typeface="Trebuchet MS"/>
                <a:cs typeface="Trebuchet MS"/>
              </a:rPr>
              <a:t> </a:t>
            </a:r>
            <a:r>
              <a:rPr dirty="0" sz="2400" spc="-60">
                <a:latin typeface="Trebuchet MS"/>
                <a:cs typeface="Trebuchet MS"/>
              </a:rPr>
              <a:t>implementation</a:t>
            </a:r>
            <a:r>
              <a:rPr dirty="0" sz="2400" spc="-125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(Flow</a:t>
            </a:r>
            <a:r>
              <a:rPr dirty="0" sz="2400" spc="-15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Charts/Images/ </a:t>
            </a:r>
            <a:r>
              <a:rPr dirty="0" sz="2400" spc="-70">
                <a:latin typeface="Trebuchet MS"/>
                <a:cs typeface="Trebuchet MS"/>
              </a:rPr>
              <a:t>working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prototype)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 spc="-80">
                <a:latin typeface="Trebuchet MS"/>
                <a:cs typeface="Trebuchet MS"/>
              </a:rPr>
              <a:t>Github/Gitlab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link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rebuchet MS"/>
                <a:cs typeface="Trebuchet MS"/>
              </a:rPr>
              <a:t>Demo</a:t>
            </a:r>
            <a:r>
              <a:rPr dirty="0" sz="2400" spc="-5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Video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Team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Trebuchet MS"/>
                <a:cs typeface="Trebuchet MS"/>
              </a:rPr>
              <a:t>Name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6197" rIns="0" bIns="0" rtlCol="0" vert="horz">
            <a:spAutoFit/>
          </a:bodyPr>
          <a:lstStyle/>
          <a:p>
            <a:pPr marL="1700530">
              <a:lnSpc>
                <a:spcPct val="100000"/>
              </a:lnSpc>
              <a:spcBef>
                <a:spcPts val="100"/>
              </a:spcBef>
            </a:pPr>
            <a:r>
              <a:rPr dirty="0"/>
              <a:t>Impact</a:t>
            </a:r>
            <a:r>
              <a:rPr dirty="0" spc="-155"/>
              <a:t> </a:t>
            </a:r>
            <a:r>
              <a:rPr dirty="0" spc="-50"/>
              <a:t>Potential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2544013"/>
            <a:ext cx="654304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85">
                <a:latin typeface="Trebuchet MS"/>
                <a:cs typeface="Trebuchet MS"/>
              </a:rPr>
              <a:t>Potential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impact</a:t>
            </a:r>
            <a:r>
              <a:rPr dirty="0" sz="2400" spc="-185">
                <a:latin typeface="Trebuchet MS"/>
                <a:cs typeface="Trebuchet MS"/>
              </a:rPr>
              <a:t> </a:t>
            </a:r>
            <a:r>
              <a:rPr dirty="0" sz="2400">
                <a:latin typeface="Trebuchet MS"/>
                <a:cs typeface="Trebuchet MS"/>
              </a:rPr>
              <a:t>on</a:t>
            </a:r>
            <a:r>
              <a:rPr dirty="0" sz="2400" spc="-17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215">
                <a:latin typeface="Trebuchet MS"/>
                <a:cs typeface="Trebuchet MS"/>
              </a:rPr>
              <a:t> </a:t>
            </a:r>
            <a:r>
              <a:rPr dirty="0" sz="2400" spc="-120">
                <a:latin typeface="Trebuchet MS"/>
                <a:cs typeface="Trebuchet MS"/>
              </a:rPr>
              <a:t>target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audience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40">
                <a:latin typeface="Trebuchet MS"/>
                <a:cs typeface="Trebuchet MS"/>
              </a:rPr>
              <a:t>Benefits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of</a:t>
            </a:r>
            <a:r>
              <a:rPr dirty="0" sz="2400" spc="-18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185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solution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45">
                <a:latin typeface="Trebuchet MS"/>
                <a:cs typeface="Trebuchet MS"/>
              </a:rPr>
              <a:t>(social,</a:t>
            </a:r>
            <a:r>
              <a:rPr dirty="0" sz="2400" spc="-185">
                <a:latin typeface="Trebuchet MS"/>
                <a:cs typeface="Trebuchet MS"/>
              </a:rPr>
              <a:t> </a:t>
            </a:r>
            <a:r>
              <a:rPr dirty="0" sz="2400" spc="-25">
                <a:latin typeface="Trebuchet MS"/>
                <a:cs typeface="Trebuchet MS"/>
              </a:rPr>
              <a:t>economic,</a:t>
            </a:r>
            <a:r>
              <a:rPr dirty="0" sz="2400" spc="-16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etc.)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 spc="-10">
                <a:latin typeface="Trebuchet MS"/>
                <a:cs typeface="Trebuchet MS"/>
              </a:rPr>
              <a:t>Stakeholders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Team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Trebuchet MS"/>
                <a:cs typeface="Trebuchet MS"/>
              </a:rPr>
              <a:t>Name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5341" rIns="0" bIns="0" rtlCol="0" vert="horz">
            <a:spAutoFit/>
          </a:bodyPr>
          <a:lstStyle/>
          <a:p>
            <a:pPr marL="678815">
              <a:lnSpc>
                <a:spcPct val="100000"/>
              </a:lnSpc>
              <a:spcBef>
                <a:spcPts val="100"/>
              </a:spcBef>
            </a:pPr>
            <a:r>
              <a:rPr dirty="0" spc="-60"/>
              <a:t>Feasibility</a:t>
            </a:r>
            <a:r>
              <a:rPr dirty="0" spc="-260"/>
              <a:t> </a:t>
            </a:r>
            <a:r>
              <a:rPr dirty="0"/>
              <a:t>and</a:t>
            </a:r>
            <a:r>
              <a:rPr dirty="0" spc="-245"/>
              <a:t> </a:t>
            </a:r>
            <a:r>
              <a:rPr dirty="0"/>
              <a:t>Risk</a:t>
            </a:r>
            <a:r>
              <a:rPr dirty="0" spc="-260"/>
              <a:t> </a:t>
            </a:r>
            <a:r>
              <a:rPr dirty="0" spc="-10"/>
              <a:t>Analysis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2544013"/>
            <a:ext cx="5986780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Trebuchet MS"/>
                <a:cs typeface="Trebuchet MS"/>
              </a:rPr>
              <a:t>Analysis</a:t>
            </a:r>
            <a:r>
              <a:rPr dirty="0" sz="2400" spc="-22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of</a:t>
            </a:r>
            <a:r>
              <a:rPr dirty="0" sz="2400" spc="-19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feasibility</a:t>
            </a:r>
            <a:r>
              <a:rPr dirty="0" sz="2400" spc="-18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of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solution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80">
                <a:latin typeface="Trebuchet MS"/>
                <a:cs typeface="Trebuchet MS"/>
              </a:rPr>
              <a:t>Potential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challenges</a:t>
            </a:r>
            <a:r>
              <a:rPr dirty="0" sz="2400" spc="-19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and</a:t>
            </a:r>
            <a:r>
              <a:rPr dirty="0" sz="2400" spc="-1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risks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 spc="-55">
                <a:latin typeface="Trebuchet MS"/>
                <a:cs typeface="Trebuchet MS"/>
              </a:rPr>
              <a:t>Strategies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114">
                <a:latin typeface="Trebuchet MS"/>
                <a:cs typeface="Trebuchet MS"/>
              </a:rPr>
              <a:t>for</a:t>
            </a:r>
            <a:r>
              <a:rPr dirty="0" sz="2400" spc="-18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overcoming</a:t>
            </a:r>
            <a:r>
              <a:rPr dirty="0" sz="2400" spc="-150">
                <a:latin typeface="Trebuchet MS"/>
                <a:cs typeface="Trebuchet MS"/>
              </a:rPr>
              <a:t> </a:t>
            </a:r>
            <a:r>
              <a:rPr dirty="0" sz="2400" spc="-30">
                <a:latin typeface="Trebuchet MS"/>
                <a:cs typeface="Trebuchet MS"/>
              </a:rPr>
              <a:t>these</a:t>
            </a:r>
            <a:r>
              <a:rPr dirty="0" sz="2400" spc="-19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challenges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Team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Trebuchet MS"/>
                <a:cs typeface="Trebuchet MS"/>
              </a:rPr>
              <a:t>Name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085715" y="238201"/>
            <a:ext cx="113411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5"/>
              <a:t>Team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4067" y="2080640"/>
            <a:ext cx="8533130" cy="21475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>
                <a:latin typeface="Trebuchet MS"/>
                <a:cs typeface="Trebuchet MS"/>
              </a:rPr>
              <a:t>Team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Composition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400" spc="-10">
                <a:latin typeface="Trebuchet MS"/>
                <a:cs typeface="Trebuchet MS"/>
              </a:rPr>
              <a:t>Roles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10">
                <a:latin typeface="Trebuchet MS"/>
                <a:cs typeface="Trebuchet MS"/>
              </a:rPr>
              <a:t>Challenges</a:t>
            </a:r>
            <a:endParaRPr sz="24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50">
                <a:latin typeface="Trebuchet MS"/>
                <a:cs typeface="Trebuchet MS"/>
              </a:rPr>
              <a:t>Any</a:t>
            </a:r>
            <a:r>
              <a:rPr dirty="0" sz="2400" spc="-215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other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105">
                <a:latin typeface="Trebuchet MS"/>
                <a:cs typeface="Trebuchet MS"/>
              </a:rPr>
              <a:t>that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50">
                <a:latin typeface="Trebuchet MS"/>
                <a:cs typeface="Trebuchet MS"/>
              </a:rPr>
              <a:t>team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40">
                <a:latin typeface="Trebuchet MS"/>
                <a:cs typeface="Trebuchet MS"/>
              </a:rPr>
              <a:t>would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100">
                <a:latin typeface="Trebuchet MS"/>
                <a:cs typeface="Trebuchet MS"/>
              </a:rPr>
              <a:t>like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to</a:t>
            </a:r>
            <a:r>
              <a:rPr dirty="0" sz="2400" spc="-215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share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about</a:t>
            </a:r>
            <a:r>
              <a:rPr dirty="0" sz="2400" spc="-200">
                <a:latin typeface="Trebuchet MS"/>
                <a:cs typeface="Trebuchet MS"/>
              </a:rPr>
              <a:t> </a:t>
            </a:r>
            <a:r>
              <a:rPr dirty="0" sz="2400" spc="-105">
                <a:latin typeface="Trebuchet MS"/>
                <a:cs typeface="Trebuchet MS"/>
              </a:rPr>
              <a:t>their</a:t>
            </a:r>
            <a:r>
              <a:rPr dirty="0" sz="2400" spc="-215">
                <a:latin typeface="Trebuchet MS"/>
                <a:cs typeface="Trebuchet MS"/>
              </a:rPr>
              <a:t> </a:t>
            </a:r>
            <a:r>
              <a:rPr dirty="0" sz="2400" spc="-75">
                <a:latin typeface="Trebuchet MS"/>
                <a:cs typeface="Trebuchet MS"/>
              </a:rPr>
              <a:t>journey.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Team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Trebuchet MS"/>
                <a:cs typeface="Trebuchet MS"/>
              </a:rPr>
              <a:t>Name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0378" rIns="0" bIns="0" rtlCol="0" vert="horz">
            <a:spAutoFit/>
          </a:bodyPr>
          <a:lstStyle/>
          <a:p>
            <a:pPr marL="231013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References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53541" y="2544013"/>
            <a:ext cx="681291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20">
                <a:latin typeface="Trebuchet MS"/>
                <a:cs typeface="Trebuchet MS"/>
              </a:rPr>
              <a:t>Details</a:t>
            </a:r>
            <a:r>
              <a:rPr dirty="0" sz="2400" spc="-215">
                <a:latin typeface="Trebuchet MS"/>
                <a:cs typeface="Trebuchet MS"/>
              </a:rPr>
              <a:t> </a:t>
            </a:r>
            <a:r>
              <a:rPr dirty="0" sz="2400" spc="-455">
                <a:latin typeface="Trebuchet MS"/>
                <a:cs typeface="Trebuchet MS"/>
              </a:rPr>
              <a:t>/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Links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of</a:t>
            </a:r>
            <a:r>
              <a:rPr dirty="0" sz="2400" spc="-204">
                <a:latin typeface="Trebuchet MS"/>
                <a:cs typeface="Trebuchet MS"/>
              </a:rPr>
              <a:t> </a:t>
            </a:r>
            <a:r>
              <a:rPr dirty="0" sz="2400" spc="-80">
                <a:latin typeface="Trebuchet MS"/>
                <a:cs typeface="Trebuchet MS"/>
              </a:rPr>
              <a:t>the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90">
                <a:latin typeface="Trebuchet MS"/>
                <a:cs typeface="Trebuchet MS"/>
              </a:rPr>
              <a:t>reference</a:t>
            </a:r>
            <a:r>
              <a:rPr dirty="0" sz="2400" spc="-180">
                <a:latin typeface="Trebuchet MS"/>
                <a:cs typeface="Trebuchet MS"/>
              </a:rPr>
              <a:t> </a:t>
            </a:r>
            <a:r>
              <a:rPr dirty="0" sz="2400" spc="-10">
                <a:latin typeface="Trebuchet MS"/>
                <a:cs typeface="Trebuchet MS"/>
              </a:rPr>
              <a:t>and</a:t>
            </a:r>
            <a:r>
              <a:rPr dirty="0" sz="2400" spc="-210">
                <a:latin typeface="Trebuchet MS"/>
                <a:cs typeface="Trebuchet MS"/>
              </a:rPr>
              <a:t> </a:t>
            </a:r>
            <a:r>
              <a:rPr dirty="0" sz="2400" spc="-35">
                <a:latin typeface="Trebuchet MS"/>
                <a:cs typeface="Trebuchet MS"/>
              </a:rPr>
              <a:t>research</a:t>
            </a:r>
            <a:r>
              <a:rPr dirty="0" sz="2400" spc="-195">
                <a:latin typeface="Trebuchet MS"/>
                <a:cs typeface="Trebuchet MS"/>
              </a:rPr>
              <a:t> </a:t>
            </a:r>
            <a:r>
              <a:rPr dirty="0" sz="2400" spc="-20">
                <a:latin typeface="Trebuchet MS"/>
                <a:cs typeface="Trebuchet MS"/>
              </a:rPr>
              <a:t>work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13233" y="32511"/>
            <a:ext cx="1824817" cy="935863"/>
          </a:xfrm>
          <a:prstGeom prst="rect">
            <a:avLst/>
          </a:prstGeom>
        </p:spPr>
      </p:pic>
      <p:grpSp>
        <p:nvGrpSpPr>
          <p:cNvPr id="5" name="object 5" descr=""/>
          <p:cNvGrpSpPr/>
          <p:nvPr/>
        </p:nvGrpSpPr>
        <p:grpSpPr>
          <a:xfrm>
            <a:off x="144771" y="124951"/>
            <a:ext cx="1654175" cy="930275"/>
            <a:chOff x="144771" y="124951"/>
            <a:chExt cx="1654175" cy="930275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4771" y="124951"/>
              <a:ext cx="1653556" cy="929686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3776" y="205727"/>
              <a:ext cx="966203" cy="83516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94" y="143510"/>
              <a:ext cx="1581924" cy="857631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82994" y="143510"/>
              <a:ext cx="1582420" cy="857885"/>
            </a:xfrm>
            <a:custGeom>
              <a:avLst/>
              <a:gdLst/>
              <a:ahLst/>
              <a:cxnLst/>
              <a:rect l="l" t="t" r="r" b="b"/>
              <a:pathLst>
                <a:path w="1582420" h="857885">
                  <a:moveTo>
                    <a:pt x="0" y="428879"/>
                  </a:moveTo>
                  <a:lnTo>
                    <a:pt x="9401" y="362553"/>
                  </a:lnTo>
                  <a:lnTo>
                    <a:pt x="36668" y="299430"/>
                  </a:lnTo>
                  <a:lnTo>
                    <a:pt x="80394" y="240272"/>
                  </a:lnTo>
                  <a:lnTo>
                    <a:pt x="107989" y="212419"/>
                  </a:lnTo>
                  <a:lnTo>
                    <a:pt x="139171" y="185843"/>
                  </a:lnTo>
                  <a:lnTo>
                    <a:pt x="173765" y="160640"/>
                  </a:lnTo>
                  <a:lnTo>
                    <a:pt x="211594" y="136905"/>
                  </a:lnTo>
                  <a:lnTo>
                    <a:pt x="252482" y="114734"/>
                  </a:lnTo>
                  <a:lnTo>
                    <a:pt x="296254" y="94222"/>
                  </a:lnTo>
                  <a:lnTo>
                    <a:pt x="342734" y="75464"/>
                  </a:lnTo>
                  <a:lnTo>
                    <a:pt x="391747" y="58556"/>
                  </a:lnTo>
                  <a:lnTo>
                    <a:pt x="443115" y="43593"/>
                  </a:lnTo>
                  <a:lnTo>
                    <a:pt x="496663" y="30670"/>
                  </a:lnTo>
                  <a:lnTo>
                    <a:pt x="552216" y="19883"/>
                  </a:lnTo>
                  <a:lnTo>
                    <a:pt x="609598" y="11327"/>
                  </a:lnTo>
                  <a:lnTo>
                    <a:pt x="668632" y="5097"/>
                  </a:lnTo>
                  <a:lnTo>
                    <a:pt x="729143" y="1290"/>
                  </a:lnTo>
                  <a:lnTo>
                    <a:pt x="790955" y="0"/>
                  </a:lnTo>
                  <a:lnTo>
                    <a:pt x="852776" y="1290"/>
                  </a:lnTo>
                  <a:lnTo>
                    <a:pt x="913294" y="5097"/>
                  </a:lnTo>
                  <a:lnTo>
                    <a:pt x="972334" y="11327"/>
                  </a:lnTo>
                  <a:lnTo>
                    <a:pt x="1029720" y="19883"/>
                  </a:lnTo>
                  <a:lnTo>
                    <a:pt x="1085276" y="30670"/>
                  </a:lnTo>
                  <a:lnTo>
                    <a:pt x="1138827" y="43593"/>
                  </a:lnTo>
                  <a:lnTo>
                    <a:pt x="1190196" y="58556"/>
                  </a:lnTo>
                  <a:lnTo>
                    <a:pt x="1239208" y="75464"/>
                  </a:lnTo>
                  <a:lnTo>
                    <a:pt x="1285688" y="94222"/>
                  </a:lnTo>
                  <a:lnTo>
                    <a:pt x="1329460" y="114734"/>
                  </a:lnTo>
                  <a:lnTo>
                    <a:pt x="1370347" y="136905"/>
                  </a:lnTo>
                  <a:lnTo>
                    <a:pt x="1408174" y="160640"/>
                  </a:lnTo>
                  <a:lnTo>
                    <a:pt x="1442765" y="185843"/>
                  </a:lnTo>
                  <a:lnTo>
                    <a:pt x="1473946" y="212419"/>
                  </a:lnTo>
                  <a:lnTo>
                    <a:pt x="1501538" y="240272"/>
                  </a:lnTo>
                  <a:lnTo>
                    <a:pt x="1545260" y="299430"/>
                  </a:lnTo>
                  <a:lnTo>
                    <a:pt x="1572524" y="362553"/>
                  </a:lnTo>
                  <a:lnTo>
                    <a:pt x="1581924" y="428879"/>
                  </a:lnTo>
                  <a:lnTo>
                    <a:pt x="1579545" y="462393"/>
                  </a:lnTo>
                  <a:lnTo>
                    <a:pt x="1561037" y="527207"/>
                  </a:lnTo>
                  <a:lnTo>
                    <a:pt x="1525369" y="588431"/>
                  </a:lnTo>
                  <a:lnTo>
                    <a:pt x="1473946" y="645305"/>
                  </a:lnTo>
                  <a:lnTo>
                    <a:pt x="1442765" y="671873"/>
                  </a:lnTo>
                  <a:lnTo>
                    <a:pt x="1408174" y="697067"/>
                  </a:lnTo>
                  <a:lnTo>
                    <a:pt x="1370347" y="720793"/>
                  </a:lnTo>
                  <a:lnTo>
                    <a:pt x="1329460" y="742955"/>
                  </a:lnTo>
                  <a:lnTo>
                    <a:pt x="1285688" y="763458"/>
                  </a:lnTo>
                  <a:lnTo>
                    <a:pt x="1239208" y="782207"/>
                  </a:lnTo>
                  <a:lnTo>
                    <a:pt x="1190196" y="799107"/>
                  </a:lnTo>
                  <a:lnTo>
                    <a:pt x="1138827" y="814062"/>
                  </a:lnTo>
                  <a:lnTo>
                    <a:pt x="1085276" y="826978"/>
                  </a:lnTo>
                  <a:lnTo>
                    <a:pt x="1029720" y="837759"/>
                  </a:lnTo>
                  <a:lnTo>
                    <a:pt x="972334" y="846310"/>
                  </a:lnTo>
                  <a:lnTo>
                    <a:pt x="913294" y="852536"/>
                  </a:lnTo>
                  <a:lnTo>
                    <a:pt x="852776" y="856341"/>
                  </a:lnTo>
                  <a:lnTo>
                    <a:pt x="790955" y="857631"/>
                  </a:lnTo>
                  <a:lnTo>
                    <a:pt x="729143" y="856341"/>
                  </a:lnTo>
                  <a:lnTo>
                    <a:pt x="668632" y="852536"/>
                  </a:lnTo>
                  <a:lnTo>
                    <a:pt x="609598" y="846310"/>
                  </a:lnTo>
                  <a:lnTo>
                    <a:pt x="552216" y="837759"/>
                  </a:lnTo>
                  <a:lnTo>
                    <a:pt x="496663" y="826978"/>
                  </a:lnTo>
                  <a:lnTo>
                    <a:pt x="443115" y="814062"/>
                  </a:lnTo>
                  <a:lnTo>
                    <a:pt x="391747" y="799107"/>
                  </a:lnTo>
                  <a:lnTo>
                    <a:pt x="342734" y="782207"/>
                  </a:lnTo>
                  <a:lnTo>
                    <a:pt x="296254" y="763458"/>
                  </a:lnTo>
                  <a:lnTo>
                    <a:pt x="252482" y="742955"/>
                  </a:lnTo>
                  <a:lnTo>
                    <a:pt x="211594" y="720793"/>
                  </a:lnTo>
                  <a:lnTo>
                    <a:pt x="173765" y="697067"/>
                  </a:lnTo>
                  <a:lnTo>
                    <a:pt x="139171" y="671873"/>
                  </a:lnTo>
                  <a:lnTo>
                    <a:pt x="107989" y="645305"/>
                  </a:lnTo>
                  <a:lnTo>
                    <a:pt x="80394" y="617460"/>
                  </a:lnTo>
                  <a:lnTo>
                    <a:pt x="36668" y="558315"/>
                  </a:lnTo>
                  <a:lnTo>
                    <a:pt x="9401" y="495201"/>
                  </a:lnTo>
                  <a:lnTo>
                    <a:pt x="0" y="428879"/>
                  </a:lnTo>
                  <a:close/>
                </a:path>
              </a:pathLst>
            </a:custGeom>
            <a:ln w="9525">
              <a:solidFill>
                <a:srgbClr val="F692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661517" y="267080"/>
            <a:ext cx="62484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Trebuchet MS"/>
                <a:cs typeface="Trebuchet MS"/>
              </a:rPr>
              <a:t>Team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800" spc="-20">
                <a:latin typeface="Trebuchet MS"/>
                <a:cs typeface="Trebuchet MS"/>
              </a:rPr>
              <a:t>Name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pc="125"/>
              <a:t>@HSC</a:t>
            </a:r>
            <a:r>
              <a:rPr dirty="0" spc="-30"/>
              <a:t> </a:t>
            </a:r>
            <a:r>
              <a:rPr dirty="0"/>
              <a:t>submission-</a:t>
            </a:r>
            <a:r>
              <a:rPr dirty="0" spc="-25"/>
              <a:t> </a:t>
            </a:r>
            <a:r>
              <a:rPr dirty="0" spc="-45"/>
              <a:t>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Vamsi &amp; Team</dc:creator>
  <dc:title>HSC_Presentation_Template</dc:title>
  <dcterms:created xsi:type="dcterms:W3CDTF">2025-11-20T08:37:43Z</dcterms:created>
  <dcterms:modified xsi:type="dcterms:W3CDTF">2025-11-20T08:37:43Z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2025-11-20T00:00:00Z</vt:filetime>
  </property>
  <property fmtid="{D5CDD505-2E9C-101B-9397-08002B2CF9AE}" pid="5" name="Producer">
    <vt:lpwstr>Microsoft® PowerPoint® 2021</vt:lpwstr>
  </property>
</Properties>
</file>