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4"/>
        <p:cNvGrpSpPr/>
        <p:nvPr/>
      </p:nvGrpSpPr>
      <p:grpSpPr>
        <a:xfrm>
          <a:off x="0" y="0"/>
          <a:ext cx="0" cy="0"/>
          <a:chOff x="0" y="0"/>
          <a:chExt cx="0" cy="0"/>
        </a:xfrm>
      </p:grpSpPr>
      <p:sp>
        <p:nvSpPr>
          <p:cNvPr id="15" name="Google Shape;15;p2"/>
          <p:cNvSpPr/>
          <p:nvPr/>
        </p:nvSpPr>
        <p:spPr>
          <a:xfrm>
            <a:off x="920834" y="1346946"/>
            <a:ext cx="10222992" cy="80683"/>
          </a:xfrm>
          <a:prstGeom prst="rect">
            <a:avLst/>
          </a:prstGeom>
          <a:blipFill rotWithShape="1">
            <a:blip r:embed="rId2">
              <a:alphaModFix amt="85000"/>
            </a:blip>
            <a:tile tx="0" ty="-762000" sx="92000" sy="89000" flip="xy" algn="ctr"/>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ckwell"/>
              <a:ea typeface="Rockwell"/>
              <a:cs typeface="Rockwell"/>
              <a:sym typeface="Rockwell"/>
            </a:endParaRPr>
          </a:p>
        </p:txBody>
      </p:sp>
      <p:sp>
        <p:nvSpPr>
          <p:cNvPr id="16" name="Google Shape;16;p2"/>
          <p:cNvSpPr/>
          <p:nvPr/>
        </p:nvSpPr>
        <p:spPr>
          <a:xfrm>
            <a:off x="920834" y="4299696"/>
            <a:ext cx="10222992" cy="80683"/>
          </a:xfrm>
          <a:prstGeom prst="rect">
            <a:avLst/>
          </a:prstGeom>
          <a:blipFill rotWithShape="1">
            <a:blip r:embed="rId2">
              <a:alphaModFix amt="85000"/>
            </a:blip>
            <a:tile tx="0" ty="-717550" sx="92000" sy="89000" flip="xy" algn="ctr"/>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ckwell"/>
              <a:ea typeface="Rockwell"/>
              <a:cs typeface="Rockwell"/>
              <a:sym typeface="Rockwell"/>
            </a:endParaRPr>
          </a:p>
        </p:txBody>
      </p:sp>
      <p:sp>
        <p:nvSpPr>
          <p:cNvPr id="17" name="Google Shape;17;p2"/>
          <p:cNvSpPr/>
          <p:nvPr/>
        </p:nvSpPr>
        <p:spPr>
          <a:xfrm>
            <a:off x="920834" y="1484779"/>
            <a:ext cx="10222992" cy="2743200"/>
          </a:xfrm>
          <a:prstGeom prst="rect">
            <a:avLst/>
          </a:prstGeom>
          <a:blipFill rotWithShape="1">
            <a:blip r:embed="rId2">
              <a:alphaModFix amt="85000"/>
            </a:blip>
            <a:tile tx="0" ty="-704850" sx="92000" sy="89000" flip="xy" algn="ctr"/>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ckwell"/>
              <a:ea typeface="Rockwell"/>
              <a:cs typeface="Rockwell"/>
              <a:sym typeface="Rockwell"/>
            </a:endParaRPr>
          </a:p>
        </p:txBody>
      </p:sp>
      <p:grpSp>
        <p:nvGrpSpPr>
          <p:cNvPr id="18" name="Google Shape;18;p2"/>
          <p:cNvGrpSpPr/>
          <p:nvPr/>
        </p:nvGrpSpPr>
        <p:grpSpPr>
          <a:xfrm>
            <a:off x="9649215" y="4068923"/>
            <a:ext cx="1080904" cy="1080902"/>
            <a:chOff x="9685338" y="4460675"/>
            <a:chExt cx="1080904" cy="1080902"/>
          </a:xfrm>
        </p:grpSpPr>
        <p:sp>
          <p:nvSpPr>
            <p:cNvPr id="19" name="Google Shape;19;p2"/>
            <p:cNvSpPr/>
            <p:nvPr/>
          </p:nvSpPr>
          <p:spPr>
            <a:xfrm>
              <a:off x="9685338" y="4460675"/>
              <a:ext cx="1080904" cy="1080902"/>
            </a:xfrm>
            <a:prstGeom prst="ellipse">
              <a:avLst/>
            </a:prstGeom>
            <a:blipFill rotWithShape="1">
              <a:blip r:embed="rId3">
                <a:alphaModFix/>
              </a:blip>
              <a:tile tx="0" ty="0" sx="85000" sy="85000" flip="none" algn="tl"/>
            </a:blip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2000"/>
                <a:buFont typeface="Rockwell"/>
                <a:buNone/>
              </a:pPr>
              <a:endParaRPr sz="2000" b="1" i="0" u="none" strike="noStrike" cap="none">
                <a:solidFill>
                  <a:srgbClr val="FFFFFF"/>
                </a:solidFill>
                <a:latin typeface="Rockwell"/>
                <a:ea typeface="Rockwell"/>
                <a:cs typeface="Rockwell"/>
                <a:sym typeface="Rockwell"/>
              </a:endParaRPr>
            </a:p>
          </p:txBody>
        </p:sp>
        <p:sp>
          <p:nvSpPr>
            <p:cNvPr id="20" name="Google Shape;20;p2"/>
            <p:cNvSpPr/>
            <p:nvPr/>
          </p:nvSpPr>
          <p:spPr>
            <a:xfrm>
              <a:off x="9793429" y="4568765"/>
              <a:ext cx="864723" cy="864722"/>
            </a:xfrm>
            <a:prstGeom prst="ellipse">
              <a:avLst/>
            </a:prstGeom>
            <a:noFill/>
            <a:ln w="254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Rockwell"/>
                <a:buNone/>
              </a:pPr>
              <a:endParaRPr sz="1800" b="0" i="0" u="none" strike="noStrike" cap="none">
                <a:solidFill>
                  <a:srgbClr val="FFFFFF"/>
                </a:solidFill>
                <a:latin typeface="Calibri"/>
                <a:ea typeface="Calibri"/>
                <a:cs typeface="Calibri"/>
                <a:sym typeface="Calibri"/>
              </a:endParaRPr>
            </a:p>
          </p:txBody>
        </p:sp>
      </p:grpSp>
      <p:sp>
        <p:nvSpPr>
          <p:cNvPr id="21" name="Google Shape;21;p2"/>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SzPts val="9600"/>
              <a:buFont typeface="Rockwell"/>
              <a:buNone/>
              <a:defRPr sz="9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1870"/>
              <a:buNone/>
              <a:defRPr sz="2200">
                <a:solidFill>
                  <a:schemeClr val="dk1"/>
                </a:solidFill>
              </a:defRPr>
            </a:lvl1pPr>
            <a:lvl2pPr lvl="1" algn="ctr">
              <a:lnSpc>
                <a:spcPct val="90000"/>
              </a:lnSpc>
              <a:spcBef>
                <a:spcPts val="400"/>
              </a:spcBef>
              <a:spcAft>
                <a:spcPts val="0"/>
              </a:spcAft>
              <a:buSzPts val="2380"/>
              <a:buNone/>
              <a:defRPr sz="2800"/>
            </a:lvl2pPr>
            <a:lvl3pPr lvl="2" algn="ctr">
              <a:lnSpc>
                <a:spcPct val="90000"/>
              </a:lnSpc>
              <a:spcBef>
                <a:spcPts val="400"/>
              </a:spcBef>
              <a:spcAft>
                <a:spcPts val="0"/>
              </a:spcAft>
              <a:buSzPts val="2040"/>
              <a:buNone/>
              <a:defRPr sz="2400"/>
            </a:lvl3pPr>
            <a:lvl4pPr lvl="3" algn="ctr">
              <a:lnSpc>
                <a:spcPct val="90000"/>
              </a:lnSpc>
              <a:spcBef>
                <a:spcPts val="400"/>
              </a:spcBef>
              <a:spcAft>
                <a:spcPts val="0"/>
              </a:spcAft>
              <a:buSzPts val="1700"/>
              <a:buNone/>
              <a:defRPr sz="2000"/>
            </a:lvl4pPr>
            <a:lvl5pPr lvl="4" algn="ctr">
              <a:lnSpc>
                <a:spcPct val="90000"/>
              </a:lnSpc>
              <a:spcBef>
                <a:spcPts val="400"/>
              </a:spcBef>
              <a:spcAft>
                <a:spcPts val="0"/>
              </a:spcAft>
              <a:buSzPts val="1700"/>
              <a:buNone/>
              <a:defRPr sz="2000"/>
            </a:lvl5pPr>
            <a:lvl6pPr lvl="5" algn="ctr">
              <a:lnSpc>
                <a:spcPct val="90000"/>
              </a:lnSpc>
              <a:spcBef>
                <a:spcPts val="400"/>
              </a:spcBef>
              <a:spcAft>
                <a:spcPts val="0"/>
              </a:spcAft>
              <a:buSzPts val="1700"/>
              <a:buNone/>
              <a:defRPr sz="2000"/>
            </a:lvl6pPr>
            <a:lvl7pPr lvl="6" algn="ctr">
              <a:lnSpc>
                <a:spcPct val="90000"/>
              </a:lnSpc>
              <a:spcBef>
                <a:spcPts val="400"/>
              </a:spcBef>
              <a:spcAft>
                <a:spcPts val="0"/>
              </a:spcAft>
              <a:buSzPts val="1700"/>
              <a:buNone/>
              <a:defRPr sz="2000"/>
            </a:lvl7pPr>
            <a:lvl8pPr lvl="7" algn="ctr">
              <a:lnSpc>
                <a:spcPct val="90000"/>
              </a:lnSpc>
              <a:spcBef>
                <a:spcPts val="400"/>
              </a:spcBef>
              <a:spcAft>
                <a:spcPts val="0"/>
              </a:spcAft>
              <a:buSzPts val="1700"/>
              <a:buNone/>
              <a:defRPr sz="2000"/>
            </a:lvl8pPr>
            <a:lvl9pPr lvl="8" algn="ctr">
              <a:lnSpc>
                <a:spcPct val="90000"/>
              </a:lnSpc>
              <a:spcBef>
                <a:spcPts val="400"/>
              </a:spcBef>
              <a:spcAft>
                <a:spcPts val="200"/>
              </a:spcAft>
              <a:buSzPts val="1700"/>
              <a:buNone/>
              <a:defRPr sz="2000"/>
            </a:lvl9pPr>
          </a:lstStyle>
          <a:p>
            <a:endParaRPr/>
          </a:p>
        </p:txBody>
      </p:sp>
      <p:sp>
        <p:nvSpPr>
          <p:cNvPr id="23" name="Google Shape;23;p2"/>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
          <p:cNvSpPr txBox="1">
            <a:spLocks noGrp="1"/>
          </p:cNvSpPr>
          <p:nvPr>
            <p:ph type="sldNum" idx="12"/>
          </p:nvPr>
        </p:nvSpPr>
        <p:spPr>
          <a:xfrm>
            <a:off x="9592733" y="4289334"/>
            <a:ext cx="1193868" cy="64008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800" b="1" i="0" u="none" strike="noStrike" cap="none">
                <a:solidFill>
                  <a:srgbClr val="FFFFFF"/>
                </a:solidFill>
                <a:latin typeface="Rockwell"/>
                <a:ea typeface="Rockwell"/>
                <a:cs typeface="Rockwell"/>
                <a:sym typeface="Rockwell"/>
              </a:defRPr>
            </a:lvl1pPr>
            <a:lvl2pPr marL="0" lvl="1" indent="0" algn="ctr">
              <a:spcBef>
                <a:spcPts val="0"/>
              </a:spcBef>
              <a:buNone/>
              <a:defRPr sz="2800" b="1" i="0" u="none" strike="noStrike" cap="none">
                <a:solidFill>
                  <a:srgbClr val="FFFFFF"/>
                </a:solidFill>
                <a:latin typeface="Rockwell"/>
                <a:ea typeface="Rockwell"/>
                <a:cs typeface="Rockwell"/>
                <a:sym typeface="Rockwell"/>
              </a:defRPr>
            </a:lvl2pPr>
            <a:lvl3pPr marL="0" lvl="2" indent="0" algn="ctr">
              <a:spcBef>
                <a:spcPts val="0"/>
              </a:spcBef>
              <a:buNone/>
              <a:defRPr sz="2800" b="1" i="0" u="none" strike="noStrike" cap="none">
                <a:solidFill>
                  <a:srgbClr val="FFFFFF"/>
                </a:solidFill>
                <a:latin typeface="Rockwell"/>
                <a:ea typeface="Rockwell"/>
                <a:cs typeface="Rockwell"/>
                <a:sym typeface="Rockwell"/>
              </a:defRPr>
            </a:lvl3pPr>
            <a:lvl4pPr marL="0" lvl="3" indent="0" algn="ctr">
              <a:spcBef>
                <a:spcPts val="0"/>
              </a:spcBef>
              <a:buNone/>
              <a:defRPr sz="2800" b="1" i="0" u="none" strike="noStrike" cap="none">
                <a:solidFill>
                  <a:srgbClr val="FFFFFF"/>
                </a:solidFill>
                <a:latin typeface="Rockwell"/>
                <a:ea typeface="Rockwell"/>
                <a:cs typeface="Rockwell"/>
                <a:sym typeface="Rockwell"/>
              </a:defRPr>
            </a:lvl4pPr>
            <a:lvl5pPr marL="0" lvl="4" indent="0" algn="ctr">
              <a:spcBef>
                <a:spcPts val="0"/>
              </a:spcBef>
              <a:buNone/>
              <a:defRPr sz="2800" b="1" i="0" u="none" strike="noStrike" cap="none">
                <a:solidFill>
                  <a:srgbClr val="FFFFFF"/>
                </a:solidFill>
                <a:latin typeface="Rockwell"/>
                <a:ea typeface="Rockwell"/>
                <a:cs typeface="Rockwell"/>
                <a:sym typeface="Rockwell"/>
              </a:defRPr>
            </a:lvl5pPr>
            <a:lvl6pPr marL="0" lvl="5" indent="0" algn="ctr">
              <a:spcBef>
                <a:spcPts val="0"/>
              </a:spcBef>
              <a:buNone/>
              <a:defRPr sz="2800" b="1" i="0" u="none" strike="noStrike" cap="none">
                <a:solidFill>
                  <a:srgbClr val="FFFFFF"/>
                </a:solidFill>
                <a:latin typeface="Rockwell"/>
                <a:ea typeface="Rockwell"/>
                <a:cs typeface="Rockwell"/>
                <a:sym typeface="Rockwell"/>
              </a:defRPr>
            </a:lvl6pPr>
            <a:lvl7pPr marL="0" lvl="6" indent="0" algn="ctr">
              <a:spcBef>
                <a:spcPts val="0"/>
              </a:spcBef>
              <a:buNone/>
              <a:defRPr sz="2800" b="1" i="0" u="none" strike="noStrike" cap="none">
                <a:solidFill>
                  <a:srgbClr val="FFFFFF"/>
                </a:solidFill>
                <a:latin typeface="Rockwell"/>
                <a:ea typeface="Rockwell"/>
                <a:cs typeface="Rockwell"/>
                <a:sym typeface="Rockwell"/>
              </a:defRPr>
            </a:lvl7pPr>
            <a:lvl8pPr marL="0" lvl="7" indent="0" algn="ctr">
              <a:spcBef>
                <a:spcPts val="0"/>
              </a:spcBef>
              <a:buNone/>
              <a:defRPr sz="2800" b="1" i="0" u="none" strike="noStrike" cap="none">
                <a:solidFill>
                  <a:srgbClr val="FFFFFF"/>
                </a:solidFill>
                <a:latin typeface="Rockwell"/>
                <a:ea typeface="Rockwell"/>
                <a:cs typeface="Rockwell"/>
                <a:sym typeface="Rockwell"/>
              </a:defRPr>
            </a:lvl8pPr>
            <a:lvl9pPr marL="0" lvl="8" indent="0" algn="ctr">
              <a:spcBef>
                <a:spcPts val="0"/>
              </a:spcBef>
              <a:buNone/>
              <a:defRPr sz="2800" b="1" i="0" u="none" strike="noStrike" cap="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29" name="Google Shape;29;p3"/>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2"/>
        <p:cNvGrpSpPr/>
        <p:nvPr/>
      </p:nvGrpSpPr>
      <p:grpSpPr>
        <a:xfrm>
          <a:off x="0" y="0"/>
          <a:ext cx="0" cy="0"/>
          <a:chOff x="0" y="0"/>
          <a:chExt cx="0" cy="0"/>
        </a:xfrm>
      </p:grpSpPr>
      <p:sp>
        <p:nvSpPr>
          <p:cNvPr id="33" name="Google Shape;33;p4"/>
          <p:cNvSpPr/>
          <p:nvPr/>
        </p:nvSpPr>
        <p:spPr>
          <a:xfrm>
            <a:off x="0" y="4917989"/>
            <a:ext cx="12192000" cy="1940010"/>
          </a:xfrm>
          <a:prstGeom prst="rect">
            <a:avLst/>
          </a:prstGeom>
          <a:blipFill rotWithShape="1">
            <a:blip r:embed="rId2">
              <a:alphaModFix amt="85000"/>
            </a:blip>
            <a:tile tx="0" ty="-704850" sx="92000" sy="89000" flip="xy" algn="ctr"/>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ckwell"/>
              <a:ea typeface="Rockwell"/>
              <a:cs typeface="Rockwell"/>
              <a:sym typeface="Rockwell"/>
            </a:endParaRPr>
          </a:p>
        </p:txBody>
      </p:sp>
      <p:sp>
        <p:nvSpPr>
          <p:cNvPr id="34" name="Google Shape;34;p4"/>
          <p:cNvSpPr txBox="1">
            <a:spLocks noGrp="1"/>
          </p:cNvSpPr>
          <p:nvPr>
            <p:ph type="title"/>
          </p:nvPr>
        </p:nvSpPr>
        <p:spPr>
          <a:xfrm>
            <a:off x="2167128" y="1225296"/>
            <a:ext cx="9281160" cy="3520440"/>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SzPts val="8000"/>
              <a:buFont typeface="Rockwell"/>
              <a:buNone/>
              <a:defRPr sz="8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2165774" y="5020056"/>
            <a:ext cx="9052560" cy="1066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700"/>
              <a:buNone/>
              <a:defRPr sz="2000">
                <a:solidFill>
                  <a:schemeClr val="dk1"/>
                </a:solidFill>
              </a:defRPr>
            </a:lvl1pPr>
            <a:lvl2pPr marL="914400" lvl="1" indent="-228600" algn="l">
              <a:lnSpc>
                <a:spcPct val="90000"/>
              </a:lnSpc>
              <a:spcBef>
                <a:spcPts val="400"/>
              </a:spcBef>
              <a:spcAft>
                <a:spcPts val="0"/>
              </a:spcAft>
              <a:buSzPts val="1530"/>
              <a:buNone/>
              <a:defRPr sz="1800">
                <a:solidFill>
                  <a:srgbClr val="888888"/>
                </a:solidFill>
              </a:defRPr>
            </a:lvl2pPr>
            <a:lvl3pPr marL="1371600" lvl="2" indent="-228600" algn="l">
              <a:lnSpc>
                <a:spcPct val="90000"/>
              </a:lnSpc>
              <a:spcBef>
                <a:spcPts val="400"/>
              </a:spcBef>
              <a:spcAft>
                <a:spcPts val="0"/>
              </a:spcAft>
              <a:buSzPts val="1360"/>
              <a:buNone/>
              <a:defRPr sz="1600">
                <a:solidFill>
                  <a:srgbClr val="888888"/>
                </a:solidFill>
              </a:defRPr>
            </a:lvl3pPr>
            <a:lvl4pPr marL="1828800" lvl="3" indent="-228600" algn="l">
              <a:lnSpc>
                <a:spcPct val="90000"/>
              </a:lnSpc>
              <a:spcBef>
                <a:spcPts val="400"/>
              </a:spcBef>
              <a:spcAft>
                <a:spcPts val="0"/>
              </a:spcAft>
              <a:buSzPts val="1190"/>
              <a:buNone/>
              <a:defRPr sz="1400">
                <a:solidFill>
                  <a:srgbClr val="888888"/>
                </a:solidFill>
              </a:defRPr>
            </a:lvl4pPr>
            <a:lvl5pPr marL="2286000" lvl="4" indent="-228600" algn="l">
              <a:lnSpc>
                <a:spcPct val="90000"/>
              </a:lnSpc>
              <a:spcBef>
                <a:spcPts val="400"/>
              </a:spcBef>
              <a:spcAft>
                <a:spcPts val="0"/>
              </a:spcAft>
              <a:buSzPts val="1190"/>
              <a:buNone/>
              <a:defRPr sz="1400">
                <a:solidFill>
                  <a:srgbClr val="888888"/>
                </a:solidFill>
              </a:defRPr>
            </a:lvl5pPr>
            <a:lvl6pPr marL="2743200" lvl="5" indent="-228600" algn="l">
              <a:lnSpc>
                <a:spcPct val="90000"/>
              </a:lnSpc>
              <a:spcBef>
                <a:spcPts val="400"/>
              </a:spcBef>
              <a:spcAft>
                <a:spcPts val="0"/>
              </a:spcAft>
              <a:buSzPts val="1190"/>
              <a:buNone/>
              <a:defRPr sz="1400">
                <a:solidFill>
                  <a:srgbClr val="888888"/>
                </a:solidFill>
              </a:defRPr>
            </a:lvl6pPr>
            <a:lvl7pPr marL="3200400" lvl="6" indent="-228600" algn="l">
              <a:lnSpc>
                <a:spcPct val="90000"/>
              </a:lnSpc>
              <a:spcBef>
                <a:spcPts val="400"/>
              </a:spcBef>
              <a:spcAft>
                <a:spcPts val="0"/>
              </a:spcAft>
              <a:buSzPts val="1190"/>
              <a:buNone/>
              <a:defRPr sz="1400">
                <a:solidFill>
                  <a:srgbClr val="888888"/>
                </a:solidFill>
              </a:defRPr>
            </a:lvl7pPr>
            <a:lvl8pPr marL="3657600" lvl="7" indent="-228600" algn="l">
              <a:lnSpc>
                <a:spcPct val="90000"/>
              </a:lnSpc>
              <a:spcBef>
                <a:spcPts val="400"/>
              </a:spcBef>
              <a:spcAft>
                <a:spcPts val="0"/>
              </a:spcAft>
              <a:buSzPts val="1190"/>
              <a:buNone/>
              <a:defRPr sz="1400">
                <a:solidFill>
                  <a:srgbClr val="888888"/>
                </a:solidFill>
              </a:defRPr>
            </a:lvl8pPr>
            <a:lvl9pPr marL="4114800" lvl="8" indent="-228600" algn="l">
              <a:lnSpc>
                <a:spcPct val="90000"/>
              </a:lnSpc>
              <a:spcBef>
                <a:spcPts val="400"/>
              </a:spcBef>
              <a:spcAft>
                <a:spcPts val="200"/>
              </a:spcAft>
              <a:buSzPts val="1190"/>
              <a:buNone/>
              <a:defRPr sz="1400">
                <a:solidFill>
                  <a:srgbClr val="888888"/>
                </a:solidFill>
              </a:defRPr>
            </a:lvl9pPr>
          </a:lstStyle>
          <a:p>
            <a:endParaRPr/>
          </a:p>
        </p:txBody>
      </p:sp>
      <p:sp>
        <p:nvSpPr>
          <p:cNvPr id="36" name="Google Shape;36;p4"/>
          <p:cNvSpPr txBox="1">
            <a:spLocks noGrp="1"/>
          </p:cNvSpPr>
          <p:nvPr>
            <p:ph type="dt" idx="10"/>
          </p:nvPr>
        </p:nvSpPr>
        <p:spPr>
          <a:xfrm>
            <a:off x="8593667" y="6272784"/>
            <a:ext cx="264430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ftr" idx="11"/>
          </p:nvPr>
        </p:nvSpPr>
        <p:spPr>
          <a:xfrm>
            <a:off x="2182708"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38" name="Google Shape;38;p4"/>
          <p:cNvGrpSpPr/>
          <p:nvPr/>
        </p:nvGrpSpPr>
        <p:grpSpPr>
          <a:xfrm>
            <a:off x="897399" y="2325848"/>
            <a:ext cx="1080904" cy="1080902"/>
            <a:chOff x="9685338" y="4460675"/>
            <a:chExt cx="1080904" cy="1080902"/>
          </a:xfrm>
        </p:grpSpPr>
        <p:sp>
          <p:nvSpPr>
            <p:cNvPr id="39" name="Google Shape;39;p4"/>
            <p:cNvSpPr/>
            <p:nvPr/>
          </p:nvSpPr>
          <p:spPr>
            <a:xfrm>
              <a:off x="9685338" y="4460675"/>
              <a:ext cx="1080904" cy="1080902"/>
            </a:xfrm>
            <a:prstGeom prst="ellipse">
              <a:avLst/>
            </a:prstGeom>
            <a:blipFill rotWithShape="1">
              <a:blip r:embed="rId3">
                <a:alphaModFix/>
              </a:blip>
              <a:tile tx="0" ty="0" sx="85000" sy="85000" flip="none" algn="tl"/>
            </a:blip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2000"/>
                <a:buFont typeface="Rockwell"/>
                <a:buNone/>
              </a:pPr>
              <a:endParaRPr sz="2000" b="1" i="0" u="none" strike="noStrike" cap="none">
                <a:solidFill>
                  <a:srgbClr val="FFFFFF"/>
                </a:solidFill>
                <a:latin typeface="Rockwell"/>
                <a:ea typeface="Rockwell"/>
                <a:cs typeface="Rockwell"/>
                <a:sym typeface="Rockwell"/>
              </a:endParaRPr>
            </a:p>
          </p:txBody>
        </p:sp>
        <p:sp>
          <p:nvSpPr>
            <p:cNvPr id="40" name="Google Shape;40;p4"/>
            <p:cNvSpPr/>
            <p:nvPr/>
          </p:nvSpPr>
          <p:spPr>
            <a:xfrm>
              <a:off x="9793429" y="4568765"/>
              <a:ext cx="864723" cy="864722"/>
            </a:xfrm>
            <a:prstGeom prst="ellipse">
              <a:avLst/>
            </a:prstGeom>
            <a:noFill/>
            <a:ln w="254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Rockwell"/>
                <a:buNone/>
              </a:pPr>
              <a:endParaRPr sz="1800" b="0" i="0" u="none" strike="noStrike" cap="none">
                <a:solidFill>
                  <a:srgbClr val="FFFFFF"/>
                </a:solidFill>
                <a:latin typeface="Calibri"/>
                <a:ea typeface="Calibri"/>
                <a:cs typeface="Calibri"/>
                <a:sym typeface="Calibri"/>
              </a:endParaRPr>
            </a:p>
          </p:txBody>
        </p:sp>
      </p:grpSp>
      <p:sp>
        <p:nvSpPr>
          <p:cNvPr id="41" name="Google Shape;41;p4"/>
          <p:cNvSpPr txBox="1">
            <a:spLocks noGrp="1"/>
          </p:cNvSpPr>
          <p:nvPr>
            <p:ph type="sldNum" idx="12"/>
          </p:nvPr>
        </p:nvSpPr>
        <p:spPr>
          <a:xfrm>
            <a:off x="843702" y="2506133"/>
            <a:ext cx="1188298" cy="72033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800" b="1">
                <a:solidFill>
                  <a:srgbClr val="FFFFFF"/>
                </a:solidFill>
                <a:latin typeface="Rockwell"/>
                <a:ea typeface="Rockwell"/>
                <a:cs typeface="Rockwell"/>
                <a:sym typeface="Rockwell"/>
              </a:defRPr>
            </a:lvl1pPr>
            <a:lvl2pPr marL="0" lvl="1" indent="0" algn="ctr">
              <a:spcBef>
                <a:spcPts val="0"/>
              </a:spcBef>
              <a:buNone/>
              <a:defRPr sz="2800" b="1">
                <a:solidFill>
                  <a:srgbClr val="FFFFFF"/>
                </a:solidFill>
                <a:latin typeface="Rockwell"/>
                <a:ea typeface="Rockwell"/>
                <a:cs typeface="Rockwell"/>
                <a:sym typeface="Rockwell"/>
              </a:defRPr>
            </a:lvl2pPr>
            <a:lvl3pPr marL="0" lvl="2" indent="0" algn="ctr">
              <a:spcBef>
                <a:spcPts val="0"/>
              </a:spcBef>
              <a:buNone/>
              <a:defRPr sz="2800" b="1">
                <a:solidFill>
                  <a:srgbClr val="FFFFFF"/>
                </a:solidFill>
                <a:latin typeface="Rockwell"/>
                <a:ea typeface="Rockwell"/>
                <a:cs typeface="Rockwell"/>
                <a:sym typeface="Rockwell"/>
              </a:defRPr>
            </a:lvl3pPr>
            <a:lvl4pPr marL="0" lvl="3" indent="0" algn="ctr">
              <a:spcBef>
                <a:spcPts val="0"/>
              </a:spcBef>
              <a:buNone/>
              <a:defRPr sz="2800" b="1">
                <a:solidFill>
                  <a:srgbClr val="FFFFFF"/>
                </a:solidFill>
                <a:latin typeface="Rockwell"/>
                <a:ea typeface="Rockwell"/>
                <a:cs typeface="Rockwell"/>
                <a:sym typeface="Rockwell"/>
              </a:defRPr>
            </a:lvl4pPr>
            <a:lvl5pPr marL="0" lvl="4" indent="0" algn="ctr">
              <a:spcBef>
                <a:spcPts val="0"/>
              </a:spcBef>
              <a:buNone/>
              <a:defRPr sz="2800" b="1">
                <a:solidFill>
                  <a:srgbClr val="FFFFFF"/>
                </a:solidFill>
                <a:latin typeface="Rockwell"/>
                <a:ea typeface="Rockwell"/>
                <a:cs typeface="Rockwell"/>
                <a:sym typeface="Rockwell"/>
              </a:defRPr>
            </a:lvl5pPr>
            <a:lvl6pPr marL="0" lvl="5" indent="0" algn="ctr">
              <a:spcBef>
                <a:spcPts val="0"/>
              </a:spcBef>
              <a:buNone/>
              <a:defRPr sz="2800" b="1">
                <a:solidFill>
                  <a:srgbClr val="FFFFFF"/>
                </a:solidFill>
                <a:latin typeface="Rockwell"/>
                <a:ea typeface="Rockwell"/>
                <a:cs typeface="Rockwell"/>
                <a:sym typeface="Rockwell"/>
              </a:defRPr>
            </a:lvl6pPr>
            <a:lvl7pPr marL="0" lvl="6" indent="0" algn="ctr">
              <a:spcBef>
                <a:spcPts val="0"/>
              </a:spcBef>
              <a:buNone/>
              <a:defRPr sz="2800" b="1">
                <a:solidFill>
                  <a:srgbClr val="FFFFFF"/>
                </a:solidFill>
                <a:latin typeface="Rockwell"/>
                <a:ea typeface="Rockwell"/>
                <a:cs typeface="Rockwell"/>
                <a:sym typeface="Rockwell"/>
              </a:defRPr>
            </a:lvl7pPr>
            <a:lvl8pPr marL="0" lvl="7" indent="0" algn="ctr">
              <a:spcBef>
                <a:spcPts val="0"/>
              </a:spcBef>
              <a:buNone/>
              <a:defRPr sz="2800" b="1">
                <a:solidFill>
                  <a:srgbClr val="FFFFFF"/>
                </a:solidFill>
                <a:latin typeface="Rockwell"/>
                <a:ea typeface="Rockwell"/>
                <a:cs typeface="Rockwell"/>
                <a:sym typeface="Rockwell"/>
              </a:defRPr>
            </a:lvl8pPr>
            <a:lvl9pPr marL="0" lvl="8" indent="0" algn="ctr">
              <a:spcBef>
                <a:spcPts val="0"/>
              </a:spcBef>
              <a:buNone/>
              <a:defRPr sz="2800" b="1">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5"/>
          <p:cNvSpPr txBox="1">
            <a:spLocks noGrp="1"/>
          </p:cNvSpPr>
          <p:nvPr>
            <p:ph type="body" idx="1"/>
          </p:nvPr>
        </p:nvSpPr>
        <p:spPr>
          <a:xfrm>
            <a:off x="1069848" y="2194560"/>
            <a:ext cx="4754880" cy="39776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25754" algn="l">
              <a:lnSpc>
                <a:spcPct val="90000"/>
              </a:lnSpc>
              <a:spcBef>
                <a:spcPts val="400"/>
              </a:spcBef>
              <a:spcAft>
                <a:spcPts val="0"/>
              </a:spcAft>
              <a:buSzPts val="1530"/>
              <a:buChar char="▪"/>
              <a:defRPr sz="1800"/>
            </a:lvl6pPr>
            <a:lvl7pPr marL="3200400" lvl="6" indent="-325754" algn="l">
              <a:lnSpc>
                <a:spcPct val="90000"/>
              </a:lnSpc>
              <a:spcBef>
                <a:spcPts val="400"/>
              </a:spcBef>
              <a:spcAft>
                <a:spcPts val="0"/>
              </a:spcAft>
              <a:buSzPts val="1530"/>
              <a:buChar char="▪"/>
              <a:defRPr sz="1800"/>
            </a:lvl7pPr>
            <a:lvl8pPr marL="3657600" lvl="7" indent="-325754" algn="l">
              <a:lnSpc>
                <a:spcPct val="90000"/>
              </a:lnSpc>
              <a:spcBef>
                <a:spcPts val="400"/>
              </a:spcBef>
              <a:spcAft>
                <a:spcPts val="0"/>
              </a:spcAft>
              <a:buSzPts val="1530"/>
              <a:buChar char="▪"/>
              <a:defRPr sz="1800"/>
            </a:lvl8pPr>
            <a:lvl9pPr marL="4114800" lvl="8" indent="-325754" algn="l">
              <a:lnSpc>
                <a:spcPct val="90000"/>
              </a:lnSpc>
              <a:spcBef>
                <a:spcPts val="400"/>
              </a:spcBef>
              <a:spcAft>
                <a:spcPts val="200"/>
              </a:spcAft>
              <a:buSzPts val="1530"/>
              <a:buChar char="▪"/>
              <a:defRPr sz="1800"/>
            </a:lvl9pPr>
          </a:lstStyle>
          <a:p>
            <a:endParaRPr/>
          </a:p>
        </p:txBody>
      </p:sp>
      <p:sp>
        <p:nvSpPr>
          <p:cNvPr id="45" name="Google Shape;45;p5"/>
          <p:cNvSpPr txBox="1">
            <a:spLocks noGrp="1"/>
          </p:cNvSpPr>
          <p:nvPr>
            <p:ph type="body" idx="2"/>
          </p:nvPr>
        </p:nvSpPr>
        <p:spPr>
          <a:xfrm>
            <a:off x="6364224" y="2194560"/>
            <a:ext cx="4754880" cy="39776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25754" algn="l">
              <a:lnSpc>
                <a:spcPct val="90000"/>
              </a:lnSpc>
              <a:spcBef>
                <a:spcPts val="400"/>
              </a:spcBef>
              <a:spcAft>
                <a:spcPts val="0"/>
              </a:spcAft>
              <a:buSzPts val="1530"/>
              <a:buChar char="▪"/>
              <a:defRPr sz="1800"/>
            </a:lvl6pPr>
            <a:lvl7pPr marL="3200400" lvl="6" indent="-325754" algn="l">
              <a:lnSpc>
                <a:spcPct val="90000"/>
              </a:lnSpc>
              <a:spcBef>
                <a:spcPts val="400"/>
              </a:spcBef>
              <a:spcAft>
                <a:spcPts val="0"/>
              </a:spcAft>
              <a:buSzPts val="1530"/>
              <a:buChar char="▪"/>
              <a:defRPr sz="1800"/>
            </a:lvl7pPr>
            <a:lvl8pPr marL="3657600" lvl="7" indent="-325754" algn="l">
              <a:lnSpc>
                <a:spcPct val="90000"/>
              </a:lnSpc>
              <a:spcBef>
                <a:spcPts val="400"/>
              </a:spcBef>
              <a:spcAft>
                <a:spcPts val="0"/>
              </a:spcAft>
              <a:buSzPts val="1530"/>
              <a:buChar char="▪"/>
              <a:defRPr sz="1800"/>
            </a:lvl8pPr>
            <a:lvl9pPr marL="4114800" lvl="8" indent="-325754" algn="l">
              <a:lnSpc>
                <a:spcPct val="90000"/>
              </a:lnSpc>
              <a:spcBef>
                <a:spcPts val="400"/>
              </a:spcBef>
              <a:spcAft>
                <a:spcPts val="200"/>
              </a:spcAft>
              <a:buSzPts val="1530"/>
              <a:buChar char="▪"/>
              <a:defRPr sz="1800"/>
            </a:lvl9pPr>
          </a:lstStyle>
          <a:p>
            <a:endParaRPr/>
          </a:p>
        </p:txBody>
      </p:sp>
      <p:sp>
        <p:nvSpPr>
          <p:cNvPr id="46" name="Google Shape;46;p5"/>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49"/>
        <p:cNvGrpSpPr/>
        <p:nvPr/>
      </p:nvGrpSpPr>
      <p:grpSpPr>
        <a:xfrm>
          <a:off x="0" y="0"/>
          <a:ext cx="0" cy="0"/>
          <a:chOff x="0" y="0"/>
          <a:chExt cx="0" cy="0"/>
        </a:xfrm>
      </p:grpSpPr>
      <p:sp>
        <p:nvSpPr>
          <p:cNvPr id="50" name="Google Shape;50;p6"/>
          <p:cNvSpPr txBox="1">
            <a:spLocks noGrp="1"/>
          </p:cNvSpPr>
          <p:nvPr>
            <p:ph type="body" idx="1"/>
          </p:nvPr>
        </p:nvSpPr>
        <p:spPr>
          <a:xfrm>
            <a:off x="1066800"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9E3611"/>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51" name="Google Shape;51;p6"/>
          <p:cNvSpPr txBox="1">
            <a:spLocks noGrp="1"/>
          </p:cNvSpPr>
          <p:nvPr>
            <p:ph type="body" idx="2"/>
          </p:nvPr>
        </p:nvSpPr>
        <p:spPr>
          <a:xfrm>
            <a:off x="1069848" y="2743200"/>
            <a:ext cx="4754880" cy="32918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2" name="Google Shape;52;p6"/>
          <p:cNvSpPr txBox="1">
            <a:spLocks noGrp="1"/>
          </p:cNvSpPr>
          <p:nvPr>
            <p:ph type="body" idx="3"/>
          </p:nvPr>
        </p:nvSpPr>
        <p:spPr>
          <a:xfrm>
            <a:off x="6364224"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9E3611"/>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53" name="Google Shape;53;p6"/>
          <p:cNvSpPr txBox="1">
            <a:spLocks noGrp="1"/>
          </p:cNvSpPr>
          <p:nvPr>
            <p:ph type="body" idx="4"/>
          </p:nvPr>
        </p:nvSpPr>
        <p:spPr>
          <a:xfrm>
            <a:off x="6364224" y="2743200"/>
            <a:ext cx="4754880" cy="32918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4" name="Google Shape;54;p6"/>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6"/>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57" name="Google Shape;57;p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8"/>
        <p:cNvGrpSpPr/>
        <p:nvPr/>
      </p:nvGrpSpPr>
      <p:grpSpPr>
        <a:xfrm>
          <a:off x="0" y="0"/>
          <a:ext cx="0" cy="0"/>
          <a:chOff x="0" y="0"/>
          <a:chExt cx="0" cy="0"/>
        </a:xfrm>
      </p:grpSpPr>
      <p:sp>
        <p:nvSpPr>
          <p:cNvPr id="59" name="Google Shape;59;p7"/>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62" name="Google Shape;62;p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8"/>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7"/>
        <p:cNvGrpSpPr/>
        <p:nvPr/>
      </p:nvGrpSpPr>
      <p:grpSpPr>
        <a:xfrm>
          <a:off x="0" y="0"/>
          <a:ext cx="0" cy="0"/>
          <a:chOff x="0" y="0"/>
          <a:chExt cx="0" cy="0"/>
        </a:xfrm>
      </p:grpSpPr>
      <p:sp>
        <p:nvSpPr>
          <p:cNvPr id="68" name="Google Shape;68;p9"/>
          <p:cNvSpPr/>
          <p:nvPr/>
        </p:nvSpPr>
        <p:spPr>
          <a:xfrm>
            <a:off x="8303740" y="0"/>
            <a:ext cx="3888259" cy="6857999"/>
          </a:xfrm>
          <a:prstGeom prst="rect">
            <a:avLst/>
          </a:prstGeom>
          <a:blipFill rotWithShape="1">
            <a:blip r:embed="rId2">
              <a:alphaModFix amt="60000"/>
            </a:blip>
            <a:tile tx="0" ty="-704850" sx="92000" sy="89000" flip="xy" algn="ctr"/>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ckwell"/>
              <a:ea typeface="Rockwell"/>
              <a:cs typeface="Rockwell"/>
              <a:sym typeface="Rockwell"/>
            </a:endParaRPr>
          </a:p>
        </p:txBody>
      </p:sp>
      <p:sp>
        <p:nvSpPr>
          <p:cNvPr id="69" name="Google Shape;69;p9"/>
          <p:cNvSpPr txBox="1">
            <a:spLocks noGrp="1"/>
          </p:cNvSpPr>
          <p:nvPr>
            <p:ph type="title"/>
          </p:nvPr>
        </p:nvSpPr>
        <p:spPr>
          <a:xfrm>
            <a:off x="8549640" y="685800"/>
            <a:ext cx="3200400" cy="17373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3200"/>
              <a:buFont typeface="Rockwell"/>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9"/>
          <p:cNvSpPr txBox="1">
            <a:spLocks noGrp="1"/>
          </p:cNvSpPr>
          <p:nvPr>
            <p:ph type="body" idx="1"/>
          </p:nvPr>
        </p:nvSpPr>
        <p:spPr>
          <a:xfrm>
            <a:off x="838200" y="685800"/>
            <a:ext cx="6711696" cy="5020056"/>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36550" algn="l">
              <a:lnSpc>
                <a:spcPct val="90000"/>
              </a:lnSpc>
              <a:spcBef>
                <a:spcPts val="400"/>
              </a:spcBef>
              <a:spcAft>
                <a:spcPts val="0"/>
              </a:spcAft>
              <a:buSzPts val="1700"/>
              <a:buChar char="▪"/>
              <a:defRPr sz="2000"/>
            </a:lvl6pPr>
            <a:lvl7pPr marL="3200400" lvl="6" indent="-336550" algn="l">
              <a:lnSpc>
                <a:spcPct val="90000"/>
              </a:lnSpc>
              <a:spcBef>
                <a:spcPts val="400"/>
              </a:spcBef>
              <a:spcAft>
                <a:spcPts val="0"/>
              </a:spcAft>
              <a:buSzPts val="1700"/>
              <a:buChar char="▪"/>
              <a:defRPr sz="2000"/>
            </a:lvl7pPr>
            <a:lvl8pPr marL="3657600" lvl="7" indent="-336550" algn="l">
              <a:lnSpc>
                <a:spcPct val="90000"/>
              </a:lnSpc>
              <a:spcBef>
                <a:spcPts val="400"/>
              </a:spcBef>
              <a:spcAft>
                <a:spcPts val="0"/>
              </a:spcAft>
              <a:buSzPts val="1700"/>
              <a:buChar char="▪"/>
              <a:defRPr sz="2000"/>
            </a:lvl8pPr>
            <a:lvl9pPr marL="4114800" lvl="8" indent="-336550" algn="l">
              <a:lnSpc>
                <a:spcPct val="90000"/>
              </a:lnSpc>
              <a:spcBef>
                <a:spcPts val="400"/>
              </a:spcBef>
              <a:spcAft>
                <a:spcPts val="200"/>
              </a:spcAft>
              <a:buSzPts val="1700"/>
              <a:buChar char="▪"/>
              <a:defRPr sz="2000"/>
            </a:lvl9pPr>
          </a:lstStyle>
          <a:p>
            <a:endParaRPr/>
          </a:p>
        </p:txBody>
      </p:sp>
      <p:sp>
        <p:nvSpPr>
          <p:cNvPr id="71" name="Google Shape;71;p9"/>
          <p:cNvSpPr txBox="1">
            <a:spLocks noGrp="1"/>
          </p:cNvSpPr>
          <p:nvPr>
            <p:ph type="body" idx="2"/>
          </p:nvPr>
        </p:nvSpPr>
        <p:spPr>
          <a:xfrm>
            <a:off x="8549640" y="2423160"/>
            <a:ext cx="3200400" cy="329184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90"/>
              <a:buNone/>
              <a:defRPr sz="1400">
                <a:solidFill>
                  <a:srgbClr val="9E3611"/>
                </a:solidFill>
              </a:defRPr>
            </a:lvl1pPr>
            <a:lvl2pPr marL="914400" lvl="1" indent="-228600" algn="l">
              <a:lnSpc>
                <a:spcPct val="90000"/>
              </a:lnSpc>
              <a:spcBef>
                <a:spcPts val="400"/>
              </a:spcBef>
              <a:spcAft>
                <a:spcPts val="0"/>
              </a:spcAft>
              <a:buSzPts val="1020"/>
              <a:buNone/>
              <a:defRPr sz="1200"/>
            </a:lvl2pPr>
            <a:lvl3pPr marL="1371600" lvl="2" indent="-228600" algn="l">
              <a:lnSpc>
                <a:spcPct val="90000"/>
              </a:lnSpc>
              <a:spcBef>
                <a:spcPts val="400"/>
              </a:spcBef>
              <a:spcAft>
                <a:spcPts val="0"/>
              </a:spcAft>
              <a:buSzPts val="850"/>
              <a:buNone/>
              <a:defRPr sz="1000"/>
            </a:lvl3pPr>
            <a:lvl4pPr marL="1828800" lvl="3" indent="-228600" algn="l">
              <a:lnSpc>
                <a:spcPct val="90000"/>
              </a:lnSpc>
              <a:spcBef>
                <a:spcPts val="400"/>
              </a:spcBef>
              <a:spcAft>
                <a:spcPts val="0"/>
              </a:spcAft>
              <a:buSzPts val="765"/>
              <a:buNone/>
              <a:defRPr sz="900"/>
            </a:lvl4pPr>
            <a:lvl5pPr marL="2286000" lvl="4" indent="-228600" algn="l">
              <a:lnSpc>
                <a:spcPct val="90000"/>
              </a:lnSpc>
              <a:spcBef>
                <a:spcPts val="400"/>
              </a:spcBef>
              <a:spcAft>
                <a:spcPts val="0"/>
              </a:spcAft>
              <a:buSzPts val="765"/>
              <a:buNone/>
              <a:defRPr sz="900"/>
            </a:lvl5pPr>
            <a:lvl6pPr marL="2743200" lvl="5" indent="-228600" algn="l">
              <a:lnSpc>
                <a:spcPct val="90000"/>
              </a:lnSpc>
              <a:spcBef>
                <a:spcPts val="400"/>
              </a:spcBef>
              <a:spcAft>
                <a:spcPts val="0"/>
              </a:spcAft>
              <a:buSzPts val="765"/>
              <a:buNone/>
              <a:defRPr sz="900"/>
            </a:lvl6pPr>
            <a:lvl7pPr marL="3200400" lvl="6" indent="-228600" algn="l">
              <a:lnSpc>
                <a:spcPct val="90000"/>
              </a:lnSpc>
              <a:spcBef>
                <a:spcPts val="400"/>
              </a:spcBef>
              <a:spcAft>
                <a:spcPts val="0"/>
              </a:spcAft>
              <a:buSzPts val="765"/>
              <a:buNone/>
              <a:defRPr sz="900"/>
            </a:lvl7pPr>
            <a:lvl8pPr marL="3657600" lvl="7" indent="-228600" algn="l">
              <a:lnSpc>
                <a:spcPct val="90000"/>
              </a:lnSpc>
              <a:spcBef>
                <a:spcPts val="400"/>
              </a:spcBef>
              <a:spcAft>
                <a:spcPts val="0"/>
              </a:spcAft>
              <a:buSzPts val="765"/>
              <a:buNone/>
              <a:defRPr sz="900"/>
            </a:lvl8pPr>
            <a:lvl9pPr marL="4114800" lvl="8" indent="-228600" algn="l">
              <a:lnSpc>
                <a:spcPct val="90000"/>
              </a:lnSpc>
              <a:spcBef>
                <a:spcPts val="400"/>
              </a:spcBef>
              <a:spcAft>
                <a:spcPts val="200"/>
              </a:spcAft>
              <a:buSzPts val="765"/>
              <a:buNone/>
              <a:defRPr sz="900"/>
            </a:lvl9pPr>
          </a:lstStyle>
          <a:p>
            <a:endParaRPr/>
          </a:p>
        </p:txBody>
      </p:sp>
      <p:sp>
        <p:nvSpPr>
          <p:cNvPr id="72" name="Google Shape;72;p9"/>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74" name="Google Shape;74;p9"/>
          <p:cNvGrpSpPr/>
          <p:nvPr/>
        </p:nvGrpSpPr>
        <p:grpSpPr>
          <a:xfrm>
            <a:off x="11401725" y="6229681"/>
            <a:ext cx="457200" cy="457200"/>
            <a:chOff x="11361456" y="6195813"/>
            <a:chExt cx="548640" cy="548640"/>
          </a:xfrm>
        </p:grpSpPr>
        <p:sp>
          <p:nvSpPr>
            <p:cNvPr id="75" name="Google Shape;75;p9"/>
            <p:cNvSpPr/>
            <p:nvPr/>
          </p:nvSpPr>
          <p:spPr>
            <a:xfrm>
              <a:off x="11361456" y="6195813"/>
              <a:ext cx="548640" cy="548640"/>
            </a:xfrm>
            <a:prstGeom prst="ellipse">
              <a:avLst/>
            </a:prstGeom>
            <a:blipFill rotWithShape="1">
              <a:blip r:embed="rId3">
                <a:alphaModFix/>
              </a:blip>
              <a:tile tx="50800" ty="0" sx="85000" sy="85000" flip="none" algn="tl"/>
            </a:blip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2000"/>
                <a:buFont typeface="Rockwell"/>
                <a:buNone/>
              </a:pPr>
              <a:endParaRPr sz="2000" b="1" i="0" u="none" strike="noStrike" cap="none">
                <a:solidFill>
                  <a:srgbClr val="FFFFFF"/>
                </a:solidFill>
                <a:latin typeface="Rockwell"/>
                <a:ea typeface="Rockwell"/>
                <a:cs typeface="Rockwell"/>
                <a:sym typeface="Rockwell"/>
              </a:endParaRPr>
            </a:p>
          </p:txBody>
        </p:sp>
        <p:sp>
          <p:nvSpPr>
            <p:cNvPr id="76" name="Google Shape;76;p9"/>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Rockwell"/>
                <a:buNone/>
              </a:pPr>
              <a:endParaRPr sz="1800" b="0" i="0" u="none" strike="noStrike" cap="none">
                <a:solidFill>
                  <a:srgbClr val="FFFFFF"/>
                </a:solidFill>
                <a:latin typeface="Calibri"/>
                <a:ea typeface="Calibri"/>
                <a:cs typeface="Calibri"/>
                <a:sym typeface="Calibri"/>
              </a:endParaRPr>
            </a:p>
          </p:txBody>
        </p:sp>
      </p:grpSp>
      <p:sp>
        <p:nvSpPr>
          <p:cNvPr id="77" name="Google Shape;77;p9"/>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10"/>
          <p:cNvSpPr/>
          <p:nvPr/>
        </p:nvSpPr>
        <p:spPr>
          <a:xfrm>
            <a:off x="8303740" y="0"/>
            <a:ext cx="3888259" cy="6857999"/>
          </a:xfrm>
          <a:prstGeom prst="rect">
            <a:avLst/>
          </a:prstGeom>
          <a:blipFill rotWithShape="1">
            <a:blip r:embed="rId2">
              <a:alphaModFix amt="60000"/>
            </a:blip>
            <a:tile tx="0" ty="-704850" sx="92000" sy="89000" flip="xy" algn="ctr"/>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ckwell"/>
              <a:ea typeface="Rockwell"/>
              <a:cs typeface="Rockwell"/>
              <a:sym typeface="Rockwell"/>
            </a:endParaRPr>
          </a:p>
        </p:txBody>
      </p:sp>
      <p:sp>
        <p:nvSpPr>
          <p:cNvPr id="80" name="Google Shape;80;p10"/>
          <p:cNvSpPr txBox="1">
            <a:spLocks noGrp="1"/>
          </p:cNvSpPr>
          <p:nvPr>
            <p:ph type="title"/>
          </p:nvPr>
        </p:nvSpPr>
        <p:spPr>
          <a:xfrm>
            <a:off x="8549640" y="685800"/>
            <a:ext cx="3200400" cy="17373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3200"/>
              <a:buFont typeface="Rockwell"/>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0"/>
          <p:cNvSpPr>
            <a:spLocks noGrp="1"/>
          </p:cNvSpPr>
          <p:nvPr>
            <p:ph type="pic" idx="2"/>
          </p:nvPr>
        </p:nvSpPr>
        <p:spPr>
          <a:xfrm>
            <a:off x="0" y="0"/>
            <a:ext cx="8303740" cy="6858000"/>
          </a:xfrm>
          <a:prstGeom prst="rect">
            <a:avLst/>
          </a:prstGeom>
          <a:solidFill>
            <a:srgbClr val="E1DFDF"/>
          </a:solidFill>
          <a:ln>
            <a:noFill/>
          </a:ln>
        </p:spPr>
      </p:sp>
      <p:sp>
        <p:nvSpPr>
          <p:cNvPr id="82" name="Google Shape;82;p10"/>
          <p:cNvSpPr txBox="1">
            <a:spLocks noGrp="1"/>
          </p:cNvSpPr>
          <p:nvPr>
            <p:ph type="body" idx="1"/>
          </p:nvPr>
        </p:nvSpPr>
        <p:spPr>
          <a:xfrm>
            <a:off x="8549640" y="2423160"/>
            <a:ext cx="3200400" cy="329184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90"/>
              <a:buNone/>
              <a:defRPr sz="1400">
                <a:solidFill>
                  <a:srgbClr val="9E3611"/>
                </a:solidFill>
              </a:defRPr>
            </a:lvl1pPr>
            <a:lvl2pPr marL="914400" lvl="1" indent="-228600" algn="l">
              <a:lnSpc>
                <a:spcPct val="90000"/>
              </a:lnSpc>
              <a:spcBef>
                <a:spcPts val="400"/>
              </a:spcBef>
              <a:spcAft>
                <a:spcPts val="0"/>
              </a:spcAft>
              <a:buSzPts val="1020"/>
              <a:buNone/>
              <a:defRPr sz="1200"/>
            </a:lvl2pPr>
            <a:lvl3pPr marL="1371600" lvl="2" indent="-228600" algn="l">
              <a:lnSpc>
                <a:spcPct val="90000"/>
              </a:lnSpc>
              <a:spcBef>
                <a:spcPts val="400"/>
              </a:spcBef>
              <a:spcAft>
                <a:spcPts val="0"/>
              </a:spcAft>
              <a:buSzPts val="850"/>
              <a:buNone/>
              <a:defRPr sz="1000"/>
            </a:lvl3pPr>
            <a:lvl4pPr marL="1828800" lvl="3" indent="-228600" algn="l">
              <a:lnSpc>
                <a:spcPct val="90000"/>
              </a:lnSpc>
              <a:spcBef>
                <a:spcPts val="400"/>
              </a:spcBef>
              <a:spcAft>
                <a:spcPts val="0"/>
              </a:spcAft>
              <a:buSzPts val="765"/>
              <a:buNone/>
              <a:defRPr sz="900"/>
            </a:lvl4pPr>
            <a:lvl5pPr marL="2286000" lvl="4" indent="-228600" algn="l">
              <a:lnSpc>
                <a:spcPct val="90000"/>
              </a:lnSpc>
              <a:spcBef>
                <a:spcPts val="400"/>
              </a:spcBef>
              <a:spcAft>
                <a:spcPts val="0"/>
              </a:spcAft>
              <a:buSzPts val="765"/>
              <a:buNone/>
              <a:defRPr sz="900"/>
            </a:lvl5pPr>
            <a:lvl6pPr marL="2743200" lvl="5" indent="-228600" algn="l">
              <a:lnSpc>
                <a:spcPct val="90000"/>
              </a:lnSpc>
              <a:spcBef>
                <a:spcPts val="400"/>
              </a:spcBef>
              <a:spcAft>
                <a:spcPts val="0"/>
              </a:spcAft>
              <a:buSzPts val="765"/>
              <a:buNone/>
              <a:defRPr sz="900"/>
            </a:lvl6pPr>
            <a:lvl7pPr marL="3200400" lvl="6" indent="-228600" algn="l">
              <a:lnSpc>
                <a:spcPct val="90000"/>
              </a:lnSpc>
              <a:spcBef>
                <a:spcPts val="400"/>
              </a:spcBef>
              <a:spcAft>
                <a:spcPts val="0"/>
              </a:spcAft>
              <a:buSzPts val="765"/>
              <a:buNone/>
              <a:defRPr sz="900"/>
            </a:lvl7pPr>
            <a:lvl8pPr marL="3657600" lvl="7" indent="-228600" algn="l">
              <a:lnSpc>
                <a:spcPct val="90000"/>
              </a:lnSpc>
              <a:spcBef>
                <a:spcPts val="400"/>
              </a:spcBef>
              <a:spcAft>
                <a:spcPts val="0"/>
              </a:spcAft>
              <a:buSzPts val="765"/>
              <a:buNone/>
              <a:defRPr sz="900"/>
            </a:lvl8pPr>
            <a:lvl9pPr marL="4114800" lvl="8" indent="-228600" algn="l">
              <a:lnSpc>
                <a:spcPct val="90000"/>
              </a:lnSpc>
              <a:spcBef>
                <a:spcPts val="400"/>
              </a:spcBef>
              <a:spcAft>
                <a:spcPts val="200"/>
              </a:spcAft>
              <a:buSzPts val="765"/>
              <a:buNone/>
              <a:defRPr sz="900"/>
            </a:lvl9pPr>
          </a:lstStyle>
          <a:p>
            <a:endParaRPr/>
          </a:p>
        </p:txBody>
      </p:sp>
      <p:sp>
        <p:nvSpPr>
          <p:cNvPr id="83" name="Google Shape;83;p10"/>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84" name="Google Shape;84;p10"/>
          <p:cNvGrpSpPr/>
          <p:nvPr/>
        </p:nvGrpSpPr>
        <p:grpSpPr>
          <a:xfrm>
            <a:off x="11401725" y="6229681"/>
            <a:ext cx="457200" cy="457200"/>
            <a:chOff x="11361456" y="6195813"/>
            <a:chExt cx="548640" cy="548640"/>
          </a:xfrm>
        </p:grpSpPr>
        <p:sp>
          <p:nvSpPr>
            <p:cNvPr id="85" name="Google Shape;85;p10"/>
            <p:cNvSpPr/>
            <p:nvPr/>
          </p:nvSpPr>
          <p:spPr>
            <a:xfrm>
              <a:off x="11361456" y="6195813"/>
              <a:ext cx="548640" cy="548640"/>
            </a:xfrm>
            <a:prstGeom prst="ellipse">
              <a:avLst/>
            </a:prstGeom>
            <a:blipFill rotWithShape="1">
              <a:blip r:embed="rId3">
                <a:alphaModFix/>
              </a:blip>
              <a:tile tx="50800" ty="0" sx="85000" sy="85000" flip="none" algn="tl"/>
            </a:blip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2000"/>
                <a:buFont typeface="Rockwell"/>
                <a:buNone/>
              </a:pPr>
              <a:endParaRPr sz="2000" b="1" i="0" u="none" strike="noStrike" cap="none">
                <a:solidFill>
                  <a:srgbClr val="FFFFFF"/>
                </a:solidFill>
                <a:latin typeface="Rockwell"/>
                <a:ea typeface="Rockwell"/>
                <a:cs typeface="Rockwell"/>
                <a:sym typeface="Rockwell"/>
              </a:endParaRPr>
            </a:p>
          </p:txBody>
        </p:sp>
        <p:sp>
          <p:nvSpPr>
            <p:cNvPr id="86" name="Google Shape;86;p10"/>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Rockwell"/>
                <a:buNone/>
              </a:pPr>
              <a:endParaRPr sz="1800" b="0" i="0" u="none" strike="noStrike" cap="none">
                <a:solidFill>
                  <a:srgbClr val="FFFFFF"/>
                </a:solidFill>
                <a:latin typeface="Calibri"/>
                <a:ea typeface="Calibri"/>
                <a:cs typeface="Calibri"/>
                <a:sym typeface="Calibri"/>
              </a:endParaRPr>
            </a:p>
          </p:txBody>
        </p:sp>
      </p:grpSp>
      <p:sp>
        <p:nvSpPr>
          <p:cNvPr id="87" name="Google Shape;87;p10"/>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1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1"/>
          <p:cNvSpPr txBox="1">
            <a:spLocks noGrp="1"/>
          </p:cNvSpPr>
          <p:nvPr>
            <p:ph type="body" idx="1"/>
          </p:nvPr>
        </p:nvSpPr>
        <p:spPr>
          <a:xfrm rot="5400000">
            <a:off x="4073652" y="-882396"/>
            <a:ext cx="4050792" cy="10058400"/>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91" name="Google Shape;91;p11"/>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1"/>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1"/>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12"/>
          <p:cNvSpPr txBox="1">
            <a:spLocks noGrp="1"/>
          </p:cNvSpPr>
          <p:nvPr>
            <p:ph type="title"/>
          </p:nvPr>
        </p:nvSpPr>
        <p:spPr>
          <a:xfrm rot="5400000">
            <a:off x="7181850" y="2076450"/>
            <a:ext cx="5638800" cy="2552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12"/>
          <p:cNvSpPr txBox="1">
            <a:spLocks noGrp="1"/>
          </p:cNvSpPr>
          <p:nvPr>
            <p:ph type="body" idx="1"/>
          </p:nvPr>
        </p:nvSpPr>
        <p:spPr>
          <a:xfrm rot="5400000">
            <a:off x="2000250" y="-400050"/>
            <a:ext cx="5638800" cy="7505700"/>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97" name="Google Shape;97;p12"/>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2"/>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2"/>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5400"/>
              <a:buFont typeface="Rockwell"/>
              <a:buNone/>
              <a:defRPr sz="5400" b="0" i="0" u="none" strike="noStrike" cap="none">
                <a:latin typeface="Rockwell"/>
                <a:ea typeface="Rockwell"/>
                <a:cs typeface="Rockwell"/>
                <a:sym typeface="Rockwe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lvl1pPr marL="457200" marR="0" lvl="0" indent="-336550" algn="l" rtl="0">
              <a:lnSpc>
                <a:spcPct val="90000"/>
              </a:lnSpc>
              <a:spcBef>
                <a:spcPts val="1200"/>
              </a:spcBef>
              <a:spcAft>
                <a:spcPts val="0"/>
              </a:spcAft>
              <a:buClr>
                <a:srgbClr val="9E3611"/>
              </a:buClr>
              <a:buSzPts val="1700"/>
              <a:buFont typeface="Noto Sans Symbols"/>
              <a:buChar char="▪"/>
              <a:defRPr sz="2000" b="0" i="0" u="none" strike="noStrike" cap="none">
                <a:solidFill>
                  <a:schemeClr val="dk1"/>
                </a:solidFill>
                <a:latin typeface="Rockwell"/>
                <a:ea typeface="Rockwell"/>
                <a:cs typeface="Rockwell"/>
                <a:sym typeface="Rockwell"/>
              </a:defRPr>
            </a:lvl1pPr>
            <a:lvl2pPr marL="914400" marR="0" lvl="1" indent="-325755" algn="l" rtl="0">
              <a:lnSpc>
                <a:spcPct val="90000"/>
              </a:lnSpc>
              <a:spcBef>
                <a:spcPts val="400"/>
              </a:spcBef>
              <a:spcAft>
                <a:spcPts val="0"/>
              </a:spcAft>
              <a:buClr>
                <a:srgbClr val="9E3611"/>
              </a:buClr>
              <a:buSzPts val="1530"/>
              <a:buFont typeface="Noto Sans Symbols"/>
              <a:buChar char="▪"/>
              <a:defRPr sz="1800" b="0" i="0" u="none" strike="noStrike" cap="none">
                <a:solidFill>
                  <a:schemeClr val="dk1"/>
                </a:solidFill>
                <a:latin typeface="Rockwell"/>
                <a:ea typeface="Rockwell"/>
                <a:cs typeface="Rockwell"/>
                <a:sym typeface="Rockwell"/>
              </a:defRPr>
            </a:lvl2pPr>
            <a:lvl3pPr marL="1371600" marR="0" lvl="2"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3pPr>
            <a:lvl4pPr marL="1828800" marR="0" lvl="3"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4pPr>
            <a:lvl5pPr marL="2286000" marR="0" lvl="4"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5pPr>
            <a:lvl6pPr marL="2743200" marR="0" lvl="5"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6pPr>
            <a:lvl7pPr marL="3200400" marR="0" lvl="6"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7pPr>
            <a:lvl8pPr marL="3657600" marR="0" lvl="7" indent="-314959"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8pPr>
            <a:lvl9pPr marL="4114800" marR="0" lvl="8" indent="-314959" algn="l" rtl="0">
              <a:lnSpc>
                <a:spcPct val="90000"/>
              </a:lnSpc>
              <a:spcBef>
                <a:spcPts val="400"/>
              </a:spcBef>
              <a:spcAft>
                <a:spcPts val="20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9pPr>
          </a:lstStyle>
          <a:p>
            <a:endParaRPr/>
          </a:p>
        </p:txBody>
      </p:sp>
      <p:sp>
        <p:nvSpPr>
          <p:cNvPr id="8" name="Google Shape;8;p1"/>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100" b="0" i="0" u="none" strike="noStrike" cap="none">
                <a:solidFill>
                  <a:schemeClr val="dk2"/>
                </a:solidFill>
                <a:latin typeface="Rockwell"/>
                <a:ea typeface="Rockwell"/>
                <a:cs typeface="Rockwell"/>
                <a:sym typeface="Rockwell"/>
              </a:defRPr>
            </a:lvl1pPr>
            <a:lvl2pPr marR="0" lvl="1"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2pPr>
            <a:lvl3pPr marR="0" lvl="2"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3pPr>
            <a:lvl4pPr marR="0" lvl="3"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4pPr>
            <a:lvl5pPr marR="0" lvl="4"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5pPr>
            <a:lvl6pPr marR="0" lvl="5"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6pPr>
            <a:lvl7pPr marR="0" lvl="6"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7pPr>
            <a:lvl8pPr marR="0" lvl="7"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8pPr>
            <a:lvl9pPr marR="0" lvl="8"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9pPr>
          </a:lstStyle>
          <a:p>
            <a:endParaRPr/>
          </a:p>
        </p:txBody>
      </p:sp>
      <p:sp>
        <p:nvSpPr>
          <p:cNvPr id="9" name="Google Shape;9;p1"/>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00" b="0" i="0" u="none" strike="noStrike" cap="none">
                <a:solidFill>
                  <a:schemeClr val="dk2"/>
                </a:solidFill>
                <a:latin typeface="Rockwell"/>
                <a:ea typeface="Rockwell"/>
                <a:cs typeface="Rockwell"/>
                <a:sym typeface="Rockwell"/>
              </a:defRPr>
            </a:lvl1pPr>
            <a:lvl2pPr marR="0" lvl="1"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2pPr>
            <a:lvl3pPr marR="0" lvl="2"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3pPr>
            <a:lvl4pPr marR="0" lvl="3"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4pPr>
            <a:lvl5pPr marR="0" lvl="4"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5pPr>
            <a:lvl6pPr marR="0" lvl="5"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6pPr>
            <a:lvl7pPr marR="0" lvl="6"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7pPr>
            <a:lvl8pPr marR="0" lvl="7"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8pPr>
            <a:lvl9pPr marR="0" lvl="8" algn="l" rtl="0">
              <a:spcBef>
                <a:spcPts val="0"/>
              </a:spcBef>
              <a:spcAft>
                <a:spcPts val="0"/>
              </a:spcAft>
              <a:buSzPts val="1400"/>
              <a:buNone/>
              <a:defRPr sz="1800" b="0" i="0" u="none" strike="noStrike" cap="none">
                <a:solidFill>
                  <a:schemeClr val="dk1"/>
                </a:solidFill>
                <a:latin typeface="Rockwell"/>
                <a:ea typeface="Rockwell"/>
                <a:cs typeface="Rockwell"/>
                <a:sym typeface="Rockwell"/>
              </a:defRPr>
            </a:lvl9pPr>
          </a:lstStyle>
          <a:p>
            <a:endParaRPr/>
          </a:p>
        </p:txBody>
      </p:sp>
      <p:grpSp>
        <p:nvGrpSpPr>
          <p:cNvPr id="10" name="Google Shape;10;p1"/>
          <p:cNvGrpSpPr/>
          <p:nvPr/>
        </p:nvGrpSpPr>
        <p:grpSpPr>
          <a:xfrm>
            <a:off x="11401725" y="6229681"/>
            <a:ext cx="457200" cy="457200"/>
            <a:chOff x="11361456" y="6195813"/>
            <a:chExt cx="548640" cy="548640"/>
          </a:xfrm>
        </p:grpSpPr>
        <p:sp>
          <p:nvSpPr>
            <p:cNvPr id="11" name="Google Shape;11;p1"/>
            <p:cNvSpPr/>
            <p:nvPr/>
          </p:nvSpPr>
          <p:spPr>
            <a:xfrm>
              <a:off x="11361456" y="6195813"/>
              <a:ext cx="548640" cy="548640"/>
            </a:xfrm>
            <a:prstGeom prst="ellipse">
              <a:avLst/>
            </a:prstGeom>
            <a:blipFill rotWithShape="1">
              <a:blip r:embed="rId13">
                <a:alphaModFix/>
              </a:blip>
              <a:tile tx="50800" ty="0" sx="85000" sy="85000" flip="none" algn="tl"/>
            </a:blip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2000"/>
                <a:buFont typeface="Rockwell"/>
                <a:buNone/>
              </a:pPr>
              <a:endParaRPr sz="2000" b="1" i="0" u="none" strike="noStrike" cap="none">
                <a:solidFill>
                  <a:srgbClr val="FFFFFF"/>
                </a:solidFill>
                <a:latin typeface="Rockwell"/>
                <a:ea typeface="Rockwell"/>
                <a:cs typeface="Rockwell"/>
                <a:sym typeface="Rockwell"/>
              </a:endParaRPr>
            </a:p>
          </p:txBody>
        </p:sp>
        <p:sp>
          <p:nvSpPr>
            <p:cNvPr id="12" name="Google Shape;12;p1"/>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Rockwell"/>
                <a:buNone/>
              </a:pPr>
              <a:endParaRPr sz="1800" b="0" i="0" u="none" strike="noStrike" cap="none">
                <a:solidFill>
                  <a:srgbClr val="FFFFFF"/>
                </a:solidFill>
                <a:latin typeface="Calibri"/>
                <a:ea typeface="Calibri"/>
                <a:cs typeface="Calibri"/>
                <a:sym typeface="Calibri"/>
              </a:endParaRPr>
            </a:p>
          </p:txBody>
        </p:sp>
      </p:grpSp>
      <p:sp>
        <p:nvSpPr>
          <p:cNvPr id="13" name="Google Shape;13;p1"/>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400" b="1" i="0" u="none" strike="noStrike" cap="none">
                <a:solidFill>
                  <a:srgbClr val="FFFFFF"/>
                </a:solidFill>
                <a:latin typeface="Rockwell"/>
                <a:ea typeface="Rockwell"/>
                <a:cs typeface="Rockwell"/>
                <a:sym typeface="Rockwell"/>
              </a:defRPr>
            </a:lvl1pPr>
            <a:lvl2pPr marL="0" marR="0" lvl="1" indent="0" algn="ctr" rtl="0">
              <a:spcBef>
                <a:spcPts val="0"/>
              </a:spcBef>
              <a:buNone/>
              <a:defRPr sz="1400" b="1" i="0" u="none" strike="noStrike" cap="none">
                <a:solidFill>
                  <a:srgbClr val="FFFFFF"/>
                </a:solidFill>
                <a:latin typeface="Rockwell"/>
                <a:ea typeface="Rockwell"/>
                <a:cs typeface="Rockwell"/>
                <a:sym typeface="Rockwell"/>
              </a:defRPr>
            </a:lvl2pPr>
            <a:lvl3pPr marL="0" marR="0" lvl="2" indent="0" algn="ctr" rtl="0">
              <a:spcBef>
                <a:spcPts val="0"/>
              </a:spcBef>
              <a:buNone/>
              <a:defRPr sz="1400" b="1" i="0" u="none" strike="noStrike" cap="none">
                <a:solidFill>
                  <a:srgbClr val="FFFFFF"/>
                </a:solidFill>
                <a:latin typeface="Rockwell"/>
                <a:ea typeface="Rockwell"/>
                <a:cs typeface="Rockwell"/>
                <a:sym typeface="Rockwell"/>
              </a:defRPr>
            </a:lvl3pPr>
            <a:lvl4pPr marL="0" marR="0" lvl="3" indent="0" algn="ctr" rtl="0">
              <a:spcBef>
                <a:spcPts val="0"/>
              </a:spcBef>
              <a:buNone/>
              <a:defRPr sz="1400" b="1" i="0" u="none" strike="noStrike" cap="none">
                <a:solidFill>
                  <a:srgbClr val="FFFFFF"/>
                </a:solidFill>
                <a:latin typeface="Rockwell"/>
                <a:ea typeface="Rockwell"/>
                <a:cs typeface="Rockwell"/>
                <a:sym typeface="Rockwell"/>
              </a:defRPr>
            </a:lvl4pPr>
            <a:lvl5pPr marL="0" marR="0" lvl="4" indent="0" algn="ctr" rtl="0">
              <a:spcBef>
                <a:spcPts val="0"/>
              </a:spcBef>
              <a:buNone/>
              <a:defRPr sz="1400" b="1" i="0" u="none" strike="noStrike" cap="none">
                <a:solidFill>
                  <a:srgbClr val="FFFFFF"/>
                </a:solidFill>
                <a:latin typeface="Rockwell"/>
                <a:ea typeface="Rockwell"/>
                <a:cs typeface="Rockwell"/>
                <a:sym typeface="Rockwell"/>
              </a:defRPr>
            </a:lvl5pPr>
            <a:lvl6pPr marL="0" marR="0" lvl="5" indent="0" algn="ctr" rtl="0">
              <a:spcBef>
                <a:spcPts val="0"/>
              </a:spcBef>
              <a:buNone/>
              <a:defRPr sz="1400" b="1" i="0" u="none" strike="noStrike" cap="none">
                <a:solidFill>
                  <a:srgbClr val="FFFFFF"/>
                </a:solidFill>
                <a:latin typeface="Rockwell"/>
                <a:ea typeface="Rockwell"/>
                <a:cs typeface="Rockwell"/>
                <a:sym typeface="Rockwell"/>
              </a:defRPr>
            </a:lvl6pPr>
            <a:lvl7pPr marL="0" marR="0" lvl="6" indent="0" algn="ctr" rtl="0">
              <a:spcBef>
                <a:spcPts val="0"/>
              </a:spcBef>
              <a:buNone/>
              <a:defRPr sz="1400" b="1" i="0" u="none" strike="noStrike" cap="none">
                <a:solidFill>
                  <a:srgbClr val="FFFFFF"/>
                </a:solidFill>
                <a:latin typeface="Rockwell"/>
                <a:ea typeface="Rockwell"/>
                <a:cs typeface="Rockwell"/>
                <a:sym typeface="Rockwell"/>
              </a:defRPr>
            </a:lvl7pPr>
            <a:lvl8pPr marL="0" marR="0" lvl="7" indent="0" algn="ctr" rtl="0">
              <a:spcBef>
                <a:spcPts val="0"/>
              </a:spcBef>
              <a:buNone/>
              <a:defRPr sz="1400" b="1" i="0" u="none" strike="noStrike" cap="none">
                <a:solidFill>
                  <a:srgbClr val="FFFFFF"/>
                </a:solidFill>
                <a:latin typeface="Rockwell"/>
                <a:ea typeface="Rockwell"/>
                <a:cs typeface="Rockwell"/>
                <a:sym typeface="Rockwell"/>
              </a:defRPr>
            </a:lvl8pPr>
            <a:lvl9pPr marL="0" marR="0" lvl="8" indent="0" algn="ctr" rtl="0">
              <a:spcBef>
                <a:spcPts val="0"/>
              </a:spcBef>
              <a:buNone/>
              <a:defRPr sz="1400" b="1" i="0" u="none" strike="noStrike" cap="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5.jp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6.jpg" /><Relationship Id="rId2" Type="http://schemas.openxmlformats.org/officeDocument/2006/relationships/notesSlide" Target="../notesSlides/notesSlide4.xml" /><Relationship Id="rId1" Type="http://schemas.openxmlformats.org/officeDocument/2006/relationships/slideLayout" Target="../slideLayouts/slideLayout2.xml" /><Relationship Id="rId6" Type="http://schemas.openxmlformats.org/officeDocument/2006/relationships/image" Target="../media/image9.png" /><Relationship Id="rId5" Type="http://schemas.openxmlformats.org/officeDocument/2006/relationships/image" Target="../media/image8.jpg" /><Relationship Id="rId4" Type="http://schemas.openxmlformats.org/officeDocument/2006/relationships/image" Target="../media/image7.jpg" /></Relationships>
</file>

<file path=ppt/slides/_rels/slide5.xml.rels><?xml version="1.0" encoding="UTF-8" standalone="yes"?>
<Relationships xmlns="http://schemas.openxmlformats.org/package/2006/relationships"><Relationship Id="rId3" Type="http://schemas.openxmlformats.org/officeDocument/2006/relationships/hyperlink" Target="https://www.lexology.com/library/detail.aspx?g=d3075f4d-afb5-4920-bf59-26cf5d054ab8#_ftn3" TargetMode="External"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8" Type="http://schemas.openxmlformats.org/officeDocument/2006/relationships/hyperlink" Target="https://indiacode.nic.in/bitstream/123456789/1999/3/A2000-21.pdf" TargetMode="External" /><Relationship Id="rId3" Type="http://schemas.openxmlformats.org/officeDocument/2006/relationships/hyperlink" Target="https://www.advocatekhoj.com/library/bareacts/indianpenalcode/index.php?Title=Indian%20Penal%20Code,%201860" TargetMode="External" /><Relationship Id="rId7" Type="http://schemas.openxmlformats.org/officeDocument/2006/relationships/hyperlink" Target="https://www.linkedin.com/in/anshika-gubrele-2180b4187/" TargetMode="External" /><Relationship Id="rId2" Type="http://schemas.openxmlformats.org/officeDocument/2006/relationships/notesSlide" Target="../notesSlides/notesSlide6.xml" /><Relationship Id="rId1" Type="http://schemas.openxmlformats.org/officeDocument/2006/relationships/slideLayout" Target="../slideLayouts/slideLayout2.xml" /><Relationship Id="rId6" Type="http://schemas.openxmlformats.org/officeDocument/2006/relationships/hyperlink" Target="https://indiankanoon.org/doc/1827979/" TargetMode="External" /><Relationship Id="rId5" Type="http://schemas.openxmlformats.org/officeDocument/2006/relationships/hyperlink" Target="https://indiankanoon.org/doc/1408202/" TargetMode="External" /><Relationship Id="rId4" Type="http://schemas.openxmlformats.org/officeDocument/2006/relationships/hyperlink" Target="https://indiankanoon.org/doc/1041742/" TargetMode="External" /></Relationships>
</file>

<file path=ppt/slides/_rels/slide7.xml.rels><?xml version="1.0" encoding="UTF-8" standalone="yes"?>
<Relationships xmlns="http://schemas.openxmlformats.org/package/2006/relationships"><Relationship Id="rId3" Type="http://schemas.openxmlformats.org/officeDocument/2006/relationships/hyperlink" Target="https://indiankanoon.org/doc/159075137/" TargetMode="External" /><Relationship Id="rId2" Type="http://schemas.openxmlformats.org/officeDocument/2006/relationships/notesSlide" Target="../notesSlides/notesSlide7.xml" /><Relationship Id="rId1" Type="http://schemas.openxmlformats.org/officeDocument/2006/relationships/slideLayout" Target="../slideLayouts/slideLayout2.xml" /><Relationship Id="rId5" Type="http://schemas.openxmlformats.org/officeDocument/2006/relationships/hyperlink" Target="http://www.advocatekhoj.com/library/bareacts/indianevidence/index.php?Title=Indian%20Evidence%20Act,%201872" TargetMode="External" /><Relationship Id="rId4" Type="http://schemas.openxmlformats.org/officeDocument/2006/relationships/hyperlink" Target="https://indiankanoon.org/doc/35556724/" TargetMode="Externa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
        <p:cNvGrpSpPr/>
        <p:nvPr/>
      </p:nvGrpSpPr>
      <p:grpSpPr>
        <a:xfrm>
          <a:off x="0" y="0"/>
          <a:ext cx="0" cy="0"/>
          <a:chOff x="0" y="0"/>
          <a:chExt cx="0" cy="0"/>
        </a:xfrm>
      </p:grpSpPr>
      <p:pic>
        <p:nvPicPr>
          <p:cNvPr id="104" name="Google Shape;104;p13" descr="An electronic circuit board in blue colour"/>
          <p:cNvPicPr preferRelativeResize="0"/>
          <p:nvPr/>
        </p:nvPicPr>
        <p:blipFill rotWithShape="1">
          <a:blip r:embed="rId3">
            <a:alphaModFix/>
          </a:blip>
          <a:srcRect t="7865" b="7865"/>
          <a:stretch/>
        </p:blipFill>
        <p:spPr>
          <a:xfrm>
            <a:off x="-1" y="10"/>
            <a:ext cx="12191999" cy="6857990"/>
          </a:xfrm>
          <a:prstGeom prst="rect">
            <a:avLst/>
          </a:prstGeom>
          <a:noFill/>
          <a:ln>
            <a:noFill/>
          </a:ln>
        </p:spPr>
      </p:pic>
      <p:sp>
        <p:nvSpPr>
          <p:cNvPr id="105" name="Google Shape;105;p13"/>
          <p:cNvSpPr/>
          <p:nvPr/>
        </p:nvSpPr>
        <p:spPr>
          <a:xfrm>
            <a:off x="984504" y="3837459"/>
            <a:ext cx="10222992" cy="80683"/>
          </a:xfrm>
          <a:prstGeom prst="rect">
            <a:avLst/>
          </a:prstGeom>
          <a:blipFill rotWithShape="1">
            <a:blip r:embed="rId4">
              <a:alphaModFix amt="85000"/>
            </a:blip>
            <a:tile tx="0" ty="-76200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3"/>
          <p:cNvSpPr/>
          <p:nvPr/>
        </p:nvSpPr>
        <p:spPr>
          <a:xfrm>
            <a:off x="984504" y="3981573"/>
            <a:ext cx="10222992" cy="2078335"/>
          </a:xfrm>
          <a:prstGeom prst="rect">
            <a:avLst/>
          </a:prstGeom>
          <a:blipFill rotWithShape="1">
            <a:blip r:embed="rId4">
              <a:alphaModFix amt="95000"/>
            </a:blip>
            <a:tile tx="0" ty="-7048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3"/>
          <p:cNvSpPr txBox="1">
            <a:spLocks noGrp="1"/>
          </p:cNvSpPr>
          <p:nvPr>
            <p:ph type="ctrTitle"/>
          </p:nvPr>
        </p:nvSpPr>
        <p:spPr>
          <a:xfrm>
            <a:off x="1173480" y="4277802"/>
            <a:ext cx="6022449" cy="1622451"/>
          </a:xfrm>
          <a:prstGeom prst="rect">
            <a:avLst/>
          </a:prstGeom>
          <a:noFill/>
          <a:ln>
            <a:noFill/>
          </a:ln>
        </p:spPr>
        <p:txBody>
          <a:bodyPr spcFirstLastPara="1" wrap="square" lIns="91425" tIns="45700" rIns="91425" bIns="45700" anchor="ctr" anchorCtr="0">
            <a:normAutofit/>
          </a:bodyPr>
          <a:lstStyle/>
          <a:p>
            <a:pPr marL="0" lvl="0" indent="0" algn="r" rtl="0">
              <a:lnSpc>
                <a:spcPct val="80000"/>
              </a:lnSpc>
              <a:spcBef>
                <a:spcPts val="0"/>
              </a:spcBef>
              <a:spcAft>
                <a:spcPts val="0"/>
              </a:spcAft>
              <a:buSzPts val="4400"/>
              <a:buFont typeface="Rockwell"/>
              <a:buNone/>
            </a:pPr>
            <a:r>
              <a:rPr lang="en-US" sz="4400"/>
              <a:t>ONLINE COMMUNICATION</a:t>
            </a:r>
            <a:br>
              <a:rPr lang="en-US" sz="4400"/>
            </a:br>
            <a:endParaRPr sz="4400"/>
          </a:p>
        </p:txBody>
      </p:sp>
      <p:sp>
        <p:nvSpPr>
          <p:cNvPr id="108" name="Google Shape;108;p13"/>
          <p:cNvSpPr txBox="1">
            <a:spLocks noGrp="1"/>
          </p:cNvSpPr>
          <p:nvPr>
            <p:ph type="subTitle" idx="1"/>
          </p:nvPr>
        </p:nvSpPr>
        <p:spPr>
          <a:xfrm>
            <a:off x="7534654" y="4190337"/>
            <a:ext cx="3483865" cy="170991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040"/>
              <a:buNone/>
            </a:pPr>
            <a:r>
              <a:rPr lang="en-US" sz="2400"/>
              <a:t>Cyber-Communication</a:t>
            </a:r>
            <a:endParaRPr/>
          </a:p>
        </p:txBody>
      </p:sp>
      <p:sp>
        <p:nvSpPr>
          <p:cNvPr id="109" name="Google Shape;109;p13"/>
          <p:cNvSpPr/>
          <p:nvPr/>
        </p:nvSpPr>
        <p:spPr>
          <a:xfrm>
            <a:off x="984504" y="6128670"/>
            <a:ext cx="10222992" cy="80683"/>
          </a:xfrm>
          <a:prstGeom prst="rect">
            <a:avLst/>
          </a:prstGeom>
          <a:blipFill rotWithShape="1">
            <a:blip r:embed="rId4">
              <a:alphaModFix amt="85000"/>
            </a:blip>
            <a:tile tx="0" ty="-7175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7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777240" y="129265"/>
            <a:ext cx="10637518"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5400"/>
              <a:buFont typeface="Garamond"/>
              <a:buNone/>
            </a:pPr>
            <a:r>
              <a:rPr lang="en-US" i="1">
                <a:latin typeface="Garamond"/>
                <a:ea typeface="Garamond"/>
                <a:cs typeface="Garamond"/>
                <a:sym typeface="Garamond"/>
              </a:rPr>
              <a:t>CHANNELS AND FILTERS</a:t>
            </a:r>
            <a:endParaRPr/>
          </a:p>
        </p:txBody>
      </p:sp>
      <p:pic>
        <p:nvPicPr>
          <p:cNvPr id="115" name="Google Shape;115;p14" descr="Colorful bubbles with icons&#10;&#10;Description automatically generated with medium confidence"/>
          <p:cNvPicPr preferRelativeResize="0">
            <a:picLocks noGrp="1"/>
          </p:cNvPicPr>
          <p:nvPr>
            <p:ph type="body" idx="1"/>
          </p:nvPr>
        </p:nvPicPr>
        <p:blipFill rotWithShape="1">
          <a:blip r:embed="rId3">
            <a:alphaModFix/>
          </a:blip>
          <a:srcRect/>
          <a:stretch/>
        </p:blipFill>
        <p:spPr>
          <a:xfrm>
            <a:off x="395123" y="1185863"/>
            <a:ext cx="11401753" cy="539999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sz="4400" dirty="0"/>
              <a:t>ANNOUNCEMENT ACROSS MEDIA:</a:t>
            </a:r>
            <a:endParaRPr sz="4400" dirty="0"/>
          </a:p>
        </p:txBody>
      </p:sp>
      <p:sp>
        <p:nvSpPr>
          <p:cNvPr id="121" name="Google Shape;121;p15"/>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Varying textures of media; differing tonalities; varied impacts; </a:t>
            </a:r>
            <a:endParaRPr dirty="0"/>
          </a:p>
          <a:p>
            <a:pPr marL="182880" lvl="0" indent="-182880" algn="l" rtl="0">
              <a:lnSpc>
                <a:spcPct val="90000"/>
              </a:lnSpc>
              <a:spcBef>
                <a:spcPts val="1200"/>
              </a:spcBef>
              <a:spcAft>
                <a:spcPts val="0"/>
              </a:spcAft>
              <a:buSzPts val="1700"/>
              <a:buChar char="▪"/>
            </a:pPr>
            <a:r>
              <a:rPr lang="en-US" dirty="0"/>
              <a:t>Increasing levels of informality: From the most formal to increasingly informal</a:t>
            </a:r>
            <a:r>
              <a:rPr lang="en-US" dirty="0">
                <a:sym typeface="Wingdings" panose="05000000000000000000" pitchFamily="2" charset="2"/>
              </a:rPr>
              <a:t></a:t>
            </a:r>
            <a:r>
              <a:rPr lang="en-US" dirty="0"/>
              <a:t> </a:t>
            </a:r>
            <a:endParaRPr dirty="0"/>
          </a:p>
          <a:p>
            <a:pPr marL="0" lvl="0" indent="0" algn="l" rtl="0">
              <a:lnSpc>
                <a:spcPct val="90000"/>
              </a:lnSpc>
              <a:spcBef>
                <a:spcPts val="1200"/>
              </a:spcBef>
              <a:spcAft>
                <a:spcPts val="0"/>
              </a:spcAft>
              <a:buSzPts val="1700"/>
              <a:buNone/>
            </a:pPr>
            <a:endParaRPr lang="en-US" dirty="0"/>
          </a:p>
          <a:p>
            <a:pPr marL="0" lvl="0" indent="0" algn="l" rtl="0">
              <a:lnSpc>
                <a:spcPct val="90000"/>
              </a:lnSpc>
              <a:spcBef>
                <a:spcPts val="1200"/>
              </a:spcBef>
              <a:spcAft>
                <a:spcPts val="0"/>
              </a:spcAft>
              <a:buSzPts val="1700"/>
              <a:buNone/>
            </a:pPr>
            <a:r>
              <a:rPr lang="en-US" dirty="0"/>
              <a:t>Email</a:t>
            </a:r>
          </a:p>
          <a:p>
            <a:pPr marL="0" lvl="0" indent="0" algn="l" rtl="0">
              <a:lnSpc>
                <a:spcPct val="90000"/>
              </a:lnSpc>
              <a:spcBef>
                <a:spcPts val="1200"/>
              </a:spcBef>
              <a:spcAft>
                <a:spcPts val="0"/>
              </a:spcAft>
              <a:buSzPts val="1700"/>
              <a:buNone/>
            </a:pPr>
            <a:r>
              <a:rPr lang="en-US" dirty="0"/>
              <a:t>Personal Website</a:t>
            </a:r>
          </a:p>
          <a:p>
            <a:pPr marL="0" lvl="0" indent="0" algn="l" rtl="0">
              <a:lnSpc>
                <a:spcPct val="90000"/>
              </a:lnSpc>
              <a:spcBef>
                <a:spcPts val="1200"/>
              </a:spcBef>
              <a:spcAft>
                <a:spcPts val="0"/>
              </a:spcAft>
              <a:buSzPts val="1700"/>
              <a:buNone/>
            </a:pPr>
            <a:r>
              <a:rPr lang="en-US" dirty="0"/>
              <a:t>Facebook/Twitter/Instagram</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541983" y="480888"/>
            <a:ext cx="2051685" cy="35147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2400"/>
              <a:buFont typeface="Rockwell"/>
              <a:buNone/>
            </a:pPr>
            <a:r>
              <a:rPr lang="en-US" sz="2000" dirty="0"/>
              <a:t>ASSUMPTIONS:</a:t>
            </a:r>
            <a:endParaRPr sz="4800" dirty="0"/>
          </a:p>
        </p:txBody>
      </p:sp>
      <p:sp>
        <p:nvSpPr>
          <p:cNvPr id="127" name="Google Shape;127;p16"/>
          <p:cNvSpPr txBox="1">
            <a:spLocks noGrp="1"/>
          </p:cNvSpPr>
          <p:nvPr>
            <p:ph type="body" idx="1"/>
          </p:nvPr>
        </p:nvSpPr>
        <p:spPr>
          <a:xfrm>
            <a:off x="440393" y="1000101"/>
            <a:ext cx="7059598" cy="3390220"/>
          </a:xfrm>
          <a:prstGeom prst="rect">
            <a:avLst/>
          </a:prstGeom>
          <a:noFill/>
          <a:ln>
            <a:noFill/>
          </a:ln>
        </p:spPr>
        <p:txBody>
          <a:bodyPr spcFirstLastPara="1" wrap="square" lIns="91425" tIns="45700" rIns="91425" bIns="45700" anchor="t" anchorCtr="0">
            <a:normAutofit lnSpcReduction="10000"/>
          </a:bodyPr>
          <a:lstStyle/>
          <a:p>
            <a:pPr marL="182880" lvl="0" indent="-182880" algn="l" rtl="0">
              <a:lnSpc>
                <a:spcPct val="90000"/>
              </a:lnSpc>
              <a:spcBef>
                <a:spcPts val="0"/>
              </a:spcBef>
              <a:spcAft>
                <a:spcPts val="0"/>
              </a:spcAft>
              <a:buSzPts val="1105"/>
              <a:buChar char="▪"/>
            </a:pPr>
            <a:r>
              <a:rPr lang="en-US" sz="1300"/>
              <a:t>Informality of expression (letting down guards—surrendering filters)</a:t>
            </a:r>
            <a:endParaRPr/>
          </a:p>
          <a:p>
            <a:pPr marL="182880" lvl="0" indent="-182880" algn="l" rtl="0">
              <a:lnSpc>
                <a:spcPct val="90000"/>
              </a:lnSpc>
              <a:spcBef>
                <a:spcPts val="1200"/>
              </a:spcBef>
              <a:spcAft>
                <a:spcPts val="0"/>
              </a:spcAft>
              <a:buSzPts val="1105"/>
              <a:buChar char="▪"/>
            </a:pPr>
            <a:r>
              <a:rPr lang="en-US" sz="1300"/>
              <a:t>Social Intimacy (circles of ‘friend’-ship)</a:t>
            </a:r>
            <a:endParaRPr/>
          </a:p>
          <a:p>
            <a:pPr marL="182880" lvl="0" indent="-182880" algn="l" rtl="0">
              <a:lnSpc>
                <a:spcPct val="90000"/>
              </a:lnSpc>
              <a:spcBef>
                <a:spcPts val="1200"/>
              </a:spcBef>
              <a:spcAft>
                <a:spcPts val="0"/>
              </a:spcAft>
              <a:buSzPts val="1105"/>
              <a:buChar char="▪"/>
            </a:pPr>
            <a:r>
              <a:rPr lang="en-US" sz="1300"/>
              <a:t>Promises of personal comfort/confession/support: Alienation and dependence</a:t>
            </a:r>
            <a:endParaRPr/>
          </a:p>
          <a:p>
            <a:pPr marL="182880" lvl="0" indent="-182880" algn="l" rtl="0">
              <a:lnSpc>
                <a:spcPct val="90000"/>
              </a:lnSpc>
              <a:spcBef>
                <a:spcPts val="1200"/>
              </a:spcBef>
              <a:spcAft>
                <a:spcPts val="0"/>
              </a:spcAft>
              <a:buSzPts val="1105"/>
              <a:buChar char="▪"/>
            </a:pPr>
            <a:r>
              <a:rPr lang="en-US" sz="1300"/>
              <a:t>Assurances of privacy</a:t>
            </a:r>
            <a:endParaRPr/>
          </a:p>
          <a:p>
            <a:pPr marL="182880" lvl="0" indent="-182880" algn="l" rtl="0">
              <a:lnSpc>
                <a:spcPct val="90000"/>
              </a:lnSpc>
              <a:spcBef>
                <a:spcPts val="1200"/>
              </a:spcBef>
              <a:spcAft>
                <a:spcPts val="0"/>
              </a:spcAft>
              <a:buSzPts val="1105"/>
              <a:buChar char="▪"/>
            </a:pPr>
            <a:r>
              <a:rPr lang="en-US" sz="1300"/>
              <a:t>Promises of fame/admiration/affection</a:t>
            </a:r>
            <a:endParaRPr/>
          </a:p>
          <a:p>
            <a:pPr marL="182880" lvl="0" indent="-182880" algn="l" rtl="0">
              <a:lnSpc>
                <a:spcPct val="90000"/>
              </a:lnSpc>
              <a:spcBef>
                <a:spcPts val="1200"/>
              </a:spcBef>
              <a:spcAft>
                <a:spcPts val="0"/>
              </a:spcAft>
              <a:buSzPts val="1105"/>
              <a:buChar char="▪"/>
            </a:pPr>
            <a:r>
              <a:rPr lang="en-US" sz="1300"/>
              <a:t>Centrality of personal opinion; Unopposed voice</a:t>
            </a:r>
            <a:endParaRPr/>
          </a:p>
          <a:p>
            <a:pPr marL="0" lvl="0" indent="0" algn="l" rtl="0">
              <a:lnSpc>
                <a:spcPct val="90000"/>
              </a:lnSpc>
              <a:spcBef>
                <a:spcPts val="1200"/>
              </a:spcBef>
              <a:spcAft>
                <a:spcPts val="0"/>
              </a:spcAft>
              <a:buSzPts val="1105"/>
              <a:buNone/>
            </a:pPr>
            <a:endParaRPr sz="1300"/>
          </a:p>
          <a:p>
            <a:pPr marL="0" lvl="0" indent="0" algn="l" rtl="0">
              <a:lnSpc>
                <a:spcPct val="90000"/>
              </a:lnSpc>
              <a:spcBef>
                <a:spcPts val="1200"/>
              </a:spcBef>
              <a:spcAft>
                <a:spcPts val="0"/>
              </a:spcAft>
              <a:buSzPts val="1105"/>
              <a:buNone/>
            </a:pPr>
            <a:endParaRPr sz="1300"/>
          </a:p>
          <a:p>
            <a:pPr marL="0" lvl="0" indent="0" algn="l" rtl="0">
              <a:lnSpc>
                <a:spcPct val="90000"/>
              </a:lnSpc>
              <a:spcBef>
                <a:spcPts val="1200"/>
              </a:spcBef>
              <a:spcAft>
                <a:spcPts val="0"/>
              </a:spcAft>
              <a:buSzPts val="1105"/>
              <a:buNone/>
            </a:pPr>
            <a:endParaRPr sz="1300"/>
          </a:p>
          <a:p>
            <a:pPr marL="182880" lvl="0" indent="-182880" algn="l" rtl="0">
              <a:lnSpc>
                <a:spcPct val="90000"/>
              </a:lnSpc>
              <a:spcBef>
                <a:spcPts val="1200"/>
              </a:spcBef>
              <a:spcAft>
                <a:spcPts val="0"/>
              </a:spcAft>
              <a:buSzPts val="1105"/>
              <a:buChar char="▪"/>
            </a:pPr>
            <a:r>
              <a:rPr lang="en-US" sz="1300"/>
              <a:t>Ideological Echo-Chamber: Choir of Supporters</a:t>
            </a:r>
            <a:endParaRPr/>
          </a:p>
          <a:p>
            <a:pPr marL="182880" lvl="0" indent="-182880" algn="l" rtl="0">
              <a:lnSpc>
                <a:spcPct val="90000"/>
              </a:lnSpc>
              <a:spcBef>
                <a:spcPts val="1200"/>
              </a:spcBef>
              <a:spcAft>
                <a:spcPts val="0"/>
              </a:spcAft>
              <a:buSzPts val="1105"/>
              <a:buChar char="▪"/>
            </a:pPr>
            <a:r>
              <a:rPr lang="en-US" sz="1300"/>
              <a:t>Unprotected information and conversation: Privacy Loopholes</a:t>
            </a:r>
            <a:endParaRPr/>
          </a:p>
          <a:p>
            <a:pPr marL="182880" lvl="0" indent="-112712" algn="l" rtl="0">
              <a:lnSpc>
                <a:spcPct val="90000"/>
              </a:lnSpc>
              <a:spcBef>
                <a:spcPts val="1200"/>
              </a:spcBef>
              <a:spcAft>
                <a:spcPts val="0"/>
              </a:spcAft>
              <a:buSzPts val="1105"/>
              <a:buNone/>
            </a:pPr>
            <a:endParaRPr sz="1300"/>
          </a:p>
          <a:p>
            <a:pPr marL="182880" lvl="0" indent="-112712" algn="l" rtl="0">
              <a:lnSpc>
                <a:spcPct val="90000"/>
              </a:lnSpc>
              <a:spcBef>
                <a:spcPts val="1200"/>
              </a:spcBef>
              <a:spcAft>
                <a:spcPts val="0"/>
              </a:spcAft>
              <a:buSzPts val="1105"/>
              <a:buNone/>
            </a:pPr>
            <a:endParaRPr sz="1300"/>
          </a:p>
        </p:txBody>
      </p:sp>
      <p:pic>
        <p:nvPicPr>
          <p:cNvPr id="128" name="Google Shape;128;p16" descr="Exclamation mark on a yellow background"/>
          <p:cNvPicPr preferRelativeResize="0"/>
          <p:nvPr/>
        </p:nvPicPr>
        <p:blipFill rotWithShape="1">
          <a:blip r:embed="rId3">
            <a:alphaModFix/>
          </a:blip>
          <a:srcRect l="18620" r="6380"/>
          <a:stretch/>
        </p:blipFill>
        <p:spPr>
          <a:xfrm>
            <a:off x="8763000" y="-1800"/>
            <a:ext cx="3429000" cy="3429000"/>
          </a:xfrm>
          <a:prstGeom prst="rect">
            <a:avLst/>
          </a:prstGeom>
          <a:noFill/>
          <a:ln>
            <a:noFill/>
          </a:ln>
        </p:spPr>
      </p:pic>
      <p:pic>
        <p:nvPicPr>
          <p:cNvPr id="129" name="Google Shape;129;p16" descr="Impact of Social Media on our lives - Life Marbles"/>
          <p:cNvPicPr preferRelativeResize="0"/>
          <p:nvPr/>
        </p:nvPicPr>
        <p:blipFill rotWithShape="1">
          <a:blip r:embed="rId4">
            <a:alphaModFix/>
          </a:blip>
          <a:srcRect t="1327" r="2" b="2"/>
          <a:stretch/>
        </p:blipFill>
        <p:spPr>
          <a:xfrm>
            <a:off x="9101941" y="3767941"/>
            <a:ext cx="2749318" cy="2749318"/>
          </a:xfrm>
          <a:custGeom>
            <a:avLst/>
            <a:gdLst/>
            <a:ahLst/>
            <a:cxnLst/>
            <a:rect l="l" t="t" r="r" b="b"/>
            <a:pathLst>
              <a:path w="3375124" h="3375124" extrusionOk="0">
                <a:moveTo>
                  <a:pt x="1687562" y="0"/>
                </a:moveTo>
                <a:cubicBezTo>
                  <a:pt x="2619577" y="0"/>
                  <a:pt x="3375124" y="755547"/>
                  <a:pt x="3375124" y="1687562"/>
                </a:cubicBezTo>
                <a:cubicBezTo>
                  <a:pt x="3375124" y="2619577"/>
                  <a:pt x="2619577" y="3375124"/>
                  <a:pt x="1687562" y="3375124"/>
                </a:cubicBezTo>
                <a:cubicBezTo>
                  <a:pt x="755547" y="3375124"/>
                  <a:pt x="0" y="2619577"/>
                  <a:pt x="0" y="1687562"/>
                </a:cubicBezTo>
                <a:cubicBezTo>
                  <a:pt x="0" y="755547"/>
                  <a:pt x="755547" y="0"/>
                  <a:pt x="1687562" y="0"/>
                </a:cubicBezTo>
                <a:close/>
              </a:path>
            </a:pathLst>
          </a:custGeom>
          <a:noFill/>
          <a:ln>
            <a:noFill/>
          </a:ln>
        </p:spPr>
      </p:pic>
      <p:sp>
        <p:nvSpPr>
          <p:cNvPr id="130" name="Google Shape;130;p16"/>
          <p:cNvSpPr txBox="1"/>
          <p:nvPr/>
        </p:nvSpPr>
        <p:spPr>
          <a:xfrm>
            <a:off x="440393" y="3251463"/>
            <a:ext cx="7059598" cy="351473"/>
          </a:xfrm>
          <a:prstGeom prst="rect">
            <a:avLst/>
          </a:prstGeom>
          <a:noFill/>
          <a:ln>
            <a:noFill/>
          </a:ln>
        </p:spPr>
        <p:txBody>
          <a:bodyPr spcFirstLastPara="1" wrap="square" lIns="91425" tIns="45700" rIns="91425" bIns="45700" anchor="b" anchorCtr="0">
            <a:normAutofit fontScale="52499" lnSpcReduction="20000"/>
          </a:bodyPr>
          <a:lstStyle/>
          <a:p>
            <a:pPr marL="0" marR="0" lvl="0" indent="0" algn="l" rtl="0">
              <a:lnSpc>
                <a:spcPct val="90000"/>
              </a:lnSpc>
              <a:spcBef>
                <a:spcPts val="0"/>
              </a:spcBef>
              <a:spcAft>
                <a:spcPts val="0"/>
              </a:spcAft>
              <a:buClr>
                <a:schemeClr val="dk1"/>
              </a:buClr>
              <a:buSzPct val="100000"/>
              <a:buFont typeface="Rockwell"/>
              <a:buNone/>
            </a:pPr>
            <a:r>
              <a:rPr lang="en-US" sz="4400" b="0" i="0" u="none" strike="noStrike" cap="none">
                <a:solidFill>
                  <a:schemeClr val="dk1"/>
                </a:solidFill>
                <a:latin typeface="Rockwell"/>
                <a:ea typeface="Rockwell"/>
                <a:cs typeface="Rockwell"/>
                <a:sym typeface="Rockwell"/>
              </a:rPr>
              <a:t>The Scenario:</a:t>
            </a:r>
            <a:endParaRPr/>
          </a:p>
        </p:txBody>
      </p:sp>
      <p:pic>
        <p:nvPicPr>
          <p:cNvPr id="131" name="Google Shape;131;p16" descr="Free your mind from social media | A Lust For Life - Irish Mental Health  Charity in Ireland"/>
          <p:cNvPicPr preferRelativeResize="0"/>
          <p:nvPr/>
        </p:nvPicPr>
        <p:blipFill rotWithShape="1">
          <a:blip r:embed="rId5">
            <a:alphaModFix/>
          </a:blip>
          <a:srcRect/>
          <a:stretch/>
        </p:blipFill>
        <p:spPr>
          <a:xfrm>
            <a:off x="6238782" y="-6916"/>
            <a:ext cx="2522418" cy="1678554"/>
          </a:xfrm>
          <a:prstGeom prst="rect">
            <a:avLst/>
          </a:prstGeom>
          <a:noFill/>
          <a:ln>
            <a:noFill/>
          </a:ln>
        </p:spPr>
      </p:pic>
      <p:sp>
        <p:nvSpPr>
          <p:cNvPr id="132" name="Google Shape;132;p16"/>
          <p:cNvSpPr txBox="1"/>
          <p:nvPr/>
        </p:nvSpPr>
        <p:spPr>
          <a:xfrm>
            <a:off x="440393" y="4791127"/>
            <a:ext cx="7059598" cy="351473"/>
          </a:xfrm>
          <a:prstGeom prst="rect">
            <a:avLst/>
          </a:prstGeom>
          <a:noFill/>
          <a:ln>
            <a:noFill/>
          </a:ln>
        </p:spPr>
        <p:txBody>
          <a:bodyPr spcFirstLastPara="1" wrap="square" lIns="91425" tIns="45700" rIns="91425" bIns="45700" anchor="b" anchorCtr="0">
            <a:normAutofit fontScale="52499" lnSpcReduction="20000"/>
          </a:bodyPr>
          <a:lstStyle/>
          <a:p>
            <a:pPr marL="0" marR="0" lvl="0" indent="0" algn="l" rtl="0">
              <a:lnSpc>
                <a:spcPct val="90000"/>
              </a:lnSpc>
              <a:spcBef>
                <a:spcPts val="0"/>
              </a:spcBef>
              <a:spcAft>
                <a:spcPts val="0"/>
              </a:spcAft>
              <a:buClr>
                <a:schemeClr val="dk1"/>
              </a:buClr>
              <a:buSzPct val="100000"/>
              <a:buFont typeface="Rockwell"/>
              <a:buNone/>
            </a:pPr>
            <a:r>
              <a:rPr lang="en-US" sz="4400" b="0" i="0" u="none" strike="noStrike" cap="none">
                <a:solidFill>
                  <a:schemeClr val="dk1"/>
                </a:solidFill>
                <a:latin typeface="Rockwell"/>
                <a:ea typeface="Rockwell"/>
                <a:cs typeface="Rockwell"/>
                <a:sym typeface="Rockwell"/>
              </a:rPr>
              <a:t>Possibilities of Online Communication:</a:t>
            </a:r>
            <a:endParaRPr/>
          </a:p>
        </p:txBody>
      </p:sp>
      <p:pic>
        <p:nvPicPr>
          <p:cNvPr id="133" name="Google Shape;133;p16" descr="Why I'm Done Fishing for 'Likes' on Social Media - Tiny Buddha"/>
          <p:cNvPicPr preferRelativeResize="0"/>
          <p:nvPr/>
        </p:nvPicPr>
        <p:blipFill rotWithShape="1">
          <a:blip r:embed="rId6">
            <a:alphaModFix/>
          </a:blip>
          <a:srcRect/>
          <a:stretch/>
        </p:blipFill>
        <p:spPr>
          <a:xfrm>
            <a:off x="5438521" y="2495217"/>
            <a:ext cx="3323579" cy="2217450"/>
          </a:xfrm>
          <a:prstGeom prst="rect">
            <a:avLst/>
          </a:prstGeom>
          <a:noFill/>
          <a:ln>
            <a:noFill/>
          </a:ln>
        </p:spPr>
      </p:pic>
      <p:sp>
        <p:nvSpPr>
          <p:cNvPr id="134" name="Google Shape;134;p16"/>
          <p:cNvSpPr txBox="1"/>
          <p:nvPr/>
        </p:nvSpPr>
        <p:spPr>
          <a:xfrm>
            <a:off x="364006" y="5113473"/>
            <a:ext cx="5220083"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Rockwell"/>
              <a:ea typeface="Rockwell"/>
              <a:cs typeface="Rockwell"/>
              <a:sym typeface="Rockwell"/>
            </a:endParaRPr>
          </a:p>
          <a:p>
            <a:pPr marL="285750" marR="0" lvl="0" indent="-285750" algn="l" rtl="0">
              <a:spcBef>
                <a:spcPts val="0"/>
              </a:spcBef>
              <a:spcAft>
                <a:spcPts val="0"/>
              </a:spcAft>
              <a:buClr>
                <a:schemeClr val="dk1"/>
              </a:buClr>
              <a:buSzPts val="1600"/>
              <a:buFont typeface="Arial"/>
              <a:buChar char="•"/>
            </a:pPr>
            <a:r>
              <a:rPr lang="en-US" sz="1600">
                <a:solidFill>
                  <a:schemeClr val="dk1"/>
                </a:solidFill>
                <a:latin typeface="Rockwell"/>
                <a:ea typeface="Rockwell"/>
                <a:cs typeface="Rockwell"/>
                <a:sym typeface="Rockwell"/>
              </a:rPr>
              <a:t>Cathartic Communication (charged, emotional)</a:t>
            </a:r>
            <a:endParaRPr/>
          </a:p>
          <a:p>
            <a:pPr marL="285750" marR="0" lvl="0" indent="-285750" algn="l" rtl="0">
              <a:spcBef>
                <a:spcPts val="0"/>
              </a:spcBef>
              <a:spcAft>
                <a:spcPts val="0"/>
              </a:spcAft>
              <a:buClr>
                <a:schemeClr val="dk1"/>
              </a:buClr>
              <a:buSzPts val="1600"/>
              <a:buFont typeface="Arial"/>
              <a:buChar char="•"/>
            </a:pPr>
            <a:r>
              <a:rPr lang="en-US" sz="1600">
                <a:solidFill>
                  <a:schemeClr val="dk1"/>
                </a:solidFill>
                <a:latin typeface="Rockwell"/>
                <a:ea typeface="Rockwell"/>
                <a:cs typeface="Rockwell"/>
                <a:sym typeface="Rockwell"/>
              </a:rPr>
              <a:t>Personal Communication (needs, emotional)</a:t>
            </a:r>
            <a:endParaRPr/>
          </a:p>
          <a:p>
            <a:pPr marL="285750" marR="0" lvl="0" indent="-285750" algn="l" rtl="0">
              <a:spcBef>
                <a:spcPts val="0"/>
              </a:spcBef>
              <a:spcAft>
                <a:spcPts val="0"/>
              </a:spcAft>
              <a:buClr>
                <a:schemeClr val="dk1"/>
              </a:buClr>
              <a:buSzPts val="1600"/>
              <a:buFont typeface="Arial"/>
              <a:buChar char="•"/>
            </a:pPr>
            <a:r>
              <a:rPr lang="en-US" sz="1600">
                <a:solidFill>
                  <a:schemeClr val="dk1"/>
                </a:solidFill>
                <a:latin typeface="Rockwell"/>
                <a:ea typeface="Rockwell"/>
                <a:cs typeface="Rockwell"/>
                <a:sym typeface="Rockwell"/>
              </a:rPr>
              <a:t>Effective Communication (practical needs + public image)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DIFF B/W FREE SPEECH AND DEFAMATION</a:t>
            </a:r>
            <a:endParaRPr/>
          </a:p>
        </p:txBody>
      </p:sp>
      <p:sp>
        <p:nvSpPr>
          <p:cNvPr id="140" name="Google Shape;140;p17"/>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b="1" i="0" u="sng" strike="noStrike">
                <a:solidFill>
                  <a:srgbClr val="333333"/>
                </a:solidFill>
                <a:latin typeface="Roboto"/>
                <a:ea typeface="Roboto"/>
                <a:cs typeface="Roboto"/>
                <a:sym typeface="Roboto"/>
              </a:rPr>
              <a:t>Defamation vs. Free Speech</a:t>
            </a:r>
            <a:endParaRPr b="0" i="0" u="none" strike="noStrike">
              <a:solidFill>
                <a:srgbClr val="333333"/>
              </a:solidFill>
              <a:latin typeface="Roboto"/>
              <a:ea typeface="Roboto"/>
              <a:cs typeface="Roboto"/>
              <a:sym typeface="Roboto"/>
            </a:endParaRPr>
          </a:p>
          <a:p>
            <a:pPr marL="182880" lvl="0" indent="-182880" algn="l" rtl="0">
              <a:lnSpc>
                <a:spcPct val="90000"/>
              </a:lnSpc>
              <a:spcBef>
                <a:spcPts val="1200"/>
              </a:spcBef>
              <a:spcAft>
                <a:spcPts val="0"/>
              </a:spcAft>
              <a:buSzPts val="1700"/>
              <a:buChar char="▪"/>
            </a:pPr>
            <a:r>
              <a:rPr lang="en-US" b="0" i="0" u="none" strike="noStrike">
                <a:solidFill>
                  <a:srgbClr val="333333"/>
                </a:solidFill>
                <a:latin typeface="Roboto"/>
                <a:ea typeface="Roboto"/>
                <a:cs typeface="Roboto"/>
                <a:sym typeface="Roboto"/>
              </a:rPr>
              <a:t>Freedom of Speech and Expression, as provided by the Constitution under Article 19 (1) (a), provides that all citizens shall have the right to freedom of speech and expression. However, such freedom is subject to reasonable restriction. The protection of reputation of another person falls within the ambit of reasonable restriction and any comment or remark which hampers the reputation of another person (unless the statement is true) would invite liability under the law of defamation.</a:t>
            </a:r>
            <a:r>
              <a:rPr lang="en-US" b="0" i="0" u="sng" strike="noStrike">
                <a:solidFill>
                  <a:schemeClr val="hlink"/>
                </a:solidFill>
                <a:latin typeface="Roboto"/>
                <a:ea typeface="Roboto"/>
                <a:cs typeface="Roboto"/>
                <a:sym typeface="Roboto"/>
                <a:hlinkClick r:id="rId3"/>
              </a:rPr>
              <a:t>[3]</a:t>
            </a:r>
            <a:endParaRPr b="0" i="0" u="none" strike="noStrike">
              <a:solidFill>
                <a:srgbClr val="333333"/>
              </a:solidFill>
              <a:latin typeface="Roboto"/>
              <a:ea typeface="Roboto"/>
              <a:cs typeface="Roboto"/>
              <a:sym typeface="Roboto"/>
            </a:endParaRPr>
          </a:p>
          <a:p>
            <a:pPr marL="182880" lvl="0" indent="-74929" algn="l" rtl="0">
              <a:lnSpc>
                <a:spcPct val="90000"/>
              </a:lnSpc>
              <a:spcBef>
                <a:spcPts val="1200"/>
              </a:spcBef>
              <a:spcAft>
                <a:spcPts val="0"/>
              </a:spcAft>
              <a:buSzPts val="17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a:spLocks noGrp="1"/>
          </p:cNvSpPr>
          <p:nvPr>
            <p:ph type="body" idx="1"/>
          </p:nvPr>
        </p:nvSpPr>
        <p:spPr>
          <a:xfrm>
            <a:off x="617517" y="641268"/>
            <a:ext cx="10510731" cy="5530932"/>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SzPts val="1700"/>
              <a:buNone/>
            </a:pPr>
            <a:r>
              <a:rPr lang="en-US" b="1" i="0" u="sng" strike="noStrike" dirty="0">
                <a:solidFill>
                  <a:srgbClr val="111111"/>
                </a:solidFill>
                <a:latin typeface="Garamond"/>
                <a:ea typeface="Garamond"/>
                <a:cs typeface="Garamond"/>
                <a:sym typeface="Garamond"/>
              </a:rPr>
              <a:t>Liability in Cyber Defamation</a:t>
            </a:r>
            <a:r>
              <a:rPr lang="en-US" b="0" i="0" u="none" strike="noStrike" dirty="0">
                <a:solidFill>
                  <a:srgbClr val="111111"/>
                </a:solidFill>
                <a:latin typeface="Garamond"/>
                <a:ea typeface="Garamond"/>
                <a:cs typeface="Garamond"/>
                <a:sym typeface="Garamond"/>
              </a:rPr>
              <a:t>: </a:t>
            </a:r>
            <a:r>
              <a:rPr lang="en-US" b="0" i="0" u="none" strike="noStrike" dirty="0">
                <a:solidFill>
                  <a:srgbClr val="222222"/>
                </a:solidFill>
                <a:latin typeface="Garamond"/>
                <a:ea typeface="Garamond"/>
                <a:cs typeface="Garamond"/>
                <a:sym typeface="Garamond"/>
              </a:rPr>
              <a:t>In India, a person can be made liable for defamation both under civil and criminal law.</a:t>
            </a:r>
            <a:endParaRPr dirty="0"/>
          </a:p>
          <a:p>
            <a:pPr marL="182880" lvl="0" indent="-182880" algn="just" rtl="0">
              <a:lnSpc>
                <a:spcPct val="90000"/>
              </a:lnSpc>
              <a:spcBef>
                <a:spcPts val="1200"/>
              </a:spcBef>
              <a:spcAft>
                <a:spcPts val="0"/>
              </a:spcAft>
              <a:buSzPts val="1700"/>
              <a:buFont typeface="Rockwell"/>
              <a:buAutoNum type="arabicPeriod"/>
            </a:pPr>
            <a:r>
              <a:rPr lang="en-US" b="1" i="0" u="none" strike="noStrike" dirty="0">
                <a:solidFill>
                  <a:srgbClr val="222222"/>
                </a:solidFill>
                <a:latin typeface="Garamond"/>
                <a:ea typeface="Garamond"/>
                <a:cs typeface="Garamond"/>
                <a:sym typeface="Garamond"/>
              </a:rPr>
              <a:t> </a:t>
            </a:r>
            <a:r>
              <a:rPr lang="en-US" b="1" i="0" u="sng" strike="noStrike" dirty="0">
                <a:solidFill>
                  <a:schemeClr val="hlink"/>
                </a:solidFill>
                <a:latin typeface="Garamond"/>
                <a:ea typeface="Garamond"/>
                <a:cs typeface="Garamond"/>
                <a:sym typeface="Garamond"/>
                <a:hlinkClick r:id="rId3"/>
              </a:rPr>
              <a:t>Indian Penal Code</a:t>
            </a:r>
            <a:endParaRPr b="0" i="0" u="none" strike="noStrike" dirty="0">
              <a:solidFill>
                <a:srgbClr val="222222"/>
              </a:solidFill>
              <a:latin typeface="Garamond"/>
              <a:ea typeface="Garamond"/>
              <a:cs typeface="Garamond"/>
              <a:sym typeface="Garamond"/>
            </a:endParaRPr>
          </a:p>
          <a:p>
            <a:pPr marL="457200" lvl="1" indent="-182880" algn="just" rtl="0">
              <a:lnSpc>
                <a:spcPct val="90000"/>
              </a:lnSpc>
              <a:spcBef>
                <a:spcPts val="400"/>
              </a:spcBef>
              <a:spcAft>
                <a:spcPts val="0"/>
              </a:spcAft>
              <a:buSzPts val="1530"/>
              <a:buChar char="▪"/>
            </a:pPr>
            <a:r>
              <a:rPr lang="en-US" b="0" i="0" u="sng" strike="noStrike" dirty="0">
                <a:solidFill>
                  <a:schemeClr val="hlink"/>
                </a:solidFill>
                <a:latin typeface="Garamond"/>
                <a:ea typeface="Garamond"/>
                <a:cs typeface="Garamond"/>
                <a:sym typeface="Garamond"/>
                <a:hlinkClick r:id="rId4"/>
              </a:rPr>
              <a:t>Section 499</a:t>
            </a:r>
            <a:r>
              <a:rPr lang="en-US" b="0" i="0" u="none" strike="noStrike" dirty="0">
                <a:solidFill>
                  <a:srgbClr val="222222"/>
                </a:solidFill>
                <a:latin typeface="Garamond"/>
                <a:ea typeface="Garamond"/>
                <a:cs typeface="Garamond"/>
                <a:sym typeface="Garamond"/>
              </a:rPr>
              <a:t> of Indian Penal Code says that “Whoever by words either spoken or intended to be read or by signs and visual representations makes or publishes any imputation concerning any person intending to harm or knowing or having reason to believe that such imputation will harm the reputation of such person is said, except in the cases hereinafter excepted to defame that person.”</a:t>
            </a:r>
            <a:endParaRPr dirty="0"/>
          </a:p>
          <a:p>
            <a:pPr marL="457200" lvl="1" indent="-182880" algn="just" rtl="0">
              <a:lnSpc>
                <a:spcPct val="90000"/>
              </a:lnSpc>
              <a:spcBef>
                <a:spcPts val="600"/>
              </a:spcBef>
              <a:spcAft>
                <a:spcPts val="0"/>
              </a:spcAft>
              <a:buSzPts val="1530"/>
              <a:buChar char="▪"/>
            </a:pPr>
            <a:r>
              <a:rPr lang="en-US" b="0" i="0" u="sng" strike="noStrike" dirty="0">
                <a:solidFill>
                  <a:schemeClr val="hlink"/>
                </a:solidFill>
                <a:latin typeface="Garamond"/>
                <a:ea typeface="Garamond"/>
                <a:cs typeface="Garamond"/>
                <a:sym typeface="Garamond"/>
                <a:hlinkClick r:id="rId5"/>
              </a:rPr>
              <a:t>Section 500</a:t>
            </a:r>
            <a:r>
              <a:rPr lang="en-US" b="0" i="0" u="none" strike="noStrike" dirty="0">
                <a:solidFill>
                  <a:srgbClr val="222222"/>
                </a:solidFill>
                <a:latin typeface="Garamond"/>
                <a:ea typeface="Garamond"/>
                <a:cs typeface="Garamond"/>
                <a:sym typeface="Garamond"/>
              </a:rPr>
              <a:t> of IPC provides for punishment wherein “any person held liable under section 499 will be punishable with imprisonment of two years or fine or both.”</a:t>
            </a:r>
            <a:endParaRPr dirty="0"/>
          </a:p>
          <a:p>
            <a:pPr marL="457200" lvl="1" indent="-182880" algn="just" rtl="0">
              <a:lnSpc>
                <a:spcPct val="90000"/>
              </a:lnSpc>
              <a:spcBef>
                <a:spcPts val="600"/>
              </a:spcBef>
              <a:spcAft>
                <a:spcPts val="0"/>
              </a:spcAft>
              <a:buSzPts val="1530"/>
              <a:buChar char="▪"/>
            </a:pPr>
            <a:r>
              <a:rPr lang="en-US" b="0" i="0" u="sng" strike="noStrike" dirty="0">
                <a:solidFill>
                  <a:schemeClr val="hlink"/>
                </a:solidFill>
                <a:latin typeface="Garamond"/>
                <a:ea typeface="Garamond"/>
                <a:cs typeface="Garamond"/>
                <a:sym typeface="Garamond"/>
                <a:hlinkClick r:id="rId6"/>
              </a:rPr>
              <a:t>Section 469</a:t>
            </a:r>
            <a:r>
              <a:rPr lang="en-US" b="0" i="0" u="none" strike="noStrike" dirty="0">
                <a:solidFill>
                  <a:srgbClr val="222222"/>
                </a:solidFill>
                <a:latin typeface="Garamond"/>
                <a:ea typeface="Garamond"/>
                <a:cs typeface="Garamond"/>
                <a:sym typeface="Garamond"/>
              </a:rPr>
              <a:t> deals with forgery. If anyone creates a false document or fake account by which it harms the reputation of a person. The punishment of this offence can extend up to 3 years and fine.</a:t>
            </a:r>
            <a:endParaRPr dirty="0"/>
          </a:p>
          <a:p>
            <a:pPr marL="457200" lvl="1" indent="-182880" algn="just" rtl="0">
              <a:lnSpc>
                <a:spcPct val="90000"/>
              </a:lnSpc>
              <a:spcBef>
                <a:spcPts val="600"/>
              </a:spcBef>
              <a:spcAft>
                <a:spcPts val="0"/>
              </a:spcAft>
              <a:buSzPts val="1530"/>
              <a:buChar char="▪"/>
            </a:pPr>
            <a:r>
              <a:rPr lang="en-US" b="0" i="0" u="sng" strike="noStrike" dirty="0">
                <a:solidFill>
                  <a:schemeClr val="hlink"/>
                </a:solidFill>
                <a:latin typeface="Garamond"/>
                <a:ea typeface="Garamond"/>
                <a:cs typeface="Garamond"/>
                <a:sym typeface="Garamond"/>
                <a:hlinkClick r:id="rId7"/>
              </a:rPr>
              <a:t>Section 503</a:t>
            </a:r>
            <a:r>
              <a:rPr lang="en-US" b="0" i="0" u="none" strike="noStrike" dirty="0">
                <a:solidFill>
                  <a:srgbClr val="222222"/>
                </a:solidFill>
                <a:latin typeface="Garamond"/>
                <a:ea typeface="Garamond"/>
                <a:cs typeface="Garamond"/>
                <a:sym typeface="Garamond"/>
              </a:rPr>
              <a:t> of IPC deals with the offence of criminal intimidation by use of electronic means to damage one’s reputation in society.</a:t>
            </a:r>
            <a:endParaRPr dirty="0"/>
          </a:p>
          <a:p>
            <a:pPr marL="182880" lvl="0" indent="-182880" algn="just" rtl="0">
              <a:lnSpc>
                <a:spcPct val="90000"/>
              </a:lnSpc>
              <a:spcBef>
                <a:spcPts val="1400"/>
              </a:spcBef>
              <a:spcAft>
                <a:spcPts val="0"/>
              </a:spcAft>
              <a:buSzPts val="1700"/>
              <a:buFont typeface="Rockwell"/>
              <a:buAutoNum type="arabicPeriod"/>
            </a:pPr>
            <a:r>
              <a:rPr lang="en-US" b="1" i="0" u="sng" strike="noStrike" dirty="0">
                <a:solidFill>
                  <a:schemeClr val="hlink"/>
                </a:solidFill>
                <a:latin typeface="Garamond"/>
                <a:ea typeface="Garamond"/>
                <a:cs typeface="Garamond"/>
                <a:sym typeface="Garamond"/>
                <a:hlinkClick r:id="rId8"/>
              </a:rPr>
              <a:t> Information Technology Act, 2000</a:t>
            </a:r>
            <a:endParaRPr lang="en-US" dirty="0">
              <a:solidFill>
                <a:srgbClr val="222222"/>
              </a:solidFill>
              <a:latin typeface="Garamond"/>
              <a:ea typeface="Garamond"/>
              <a:cs typeface="Garamond"/>
              <a:sym typeface="Garamond"/>
            </a:endParaRPr>
          </a:p>
          <a:p>
            <a:pPr marL="182880" lvl="0" indent="-182880" algn="just" rtl="0">
              <a:lnSpc>
                <a:spcPct val="90000"/>
              </a:lnSpc>
              <a:spcBef>
                <a:spcPts val="1400"/>
              </a:spcBef>
              <a:spcAft>
                <a:spcPts val="0"/>
              </a:spcAft>
              <a:buSzPts val="1700"/>
              <a:buFont typeface="Rockwell"/>
              <a:buAutoNum type="arabicPeriod"/>
            </a:pPr>
            <a:r>
              <a:rPr lang="en-US" b="1" dirty="0">
                <a:solidFill>
                  <a:srgbClr val="FF0000"/>
                </a:solidFill>
                <a:latin typeface="Garamond"/>
                <a:ea typeface="Garamond"/>
                <a:cs typeface="Garamond"/>
                <a:sym typeface="Garamond"/>
              </a:rPr>
              <a:t> </a:t>
            </a:r>
            <a:r>
              <a:rPr lang="en-US" b="1" i="0" u="sng" strike="noStrike" dirty="0">
                <a:solidFill>
                  <a:srgbClr val="222222"/>
                </a:solidFill>
                <a:latin typeface="Garamond"/>
                <a:ea typeface="Garamond"/>
                <a:cs typeface="Garamond"/>
                <a:sym typeface="Garamond"/>
              </a:rPr>
              <a:t>If a person has been defamed in cyberspace, he can make a complaint to the cyber crime investigation cell. It is a unit of the Crime Investigation Department</a:t>
            </a:r>
            <a:r>
              <a:rPr lang="en-US" b="0" i="0" u="none" strike="noStrike" dirty="0">
                <a:solidFill>
                  <a:srgbClr val="222222"/>
                </a:solidFill>
                <a:latin typeface="Garamond"/>
                <a:ea typeface="Garamond"/>
                <a:cs typeface="Garamond"/>
                <a:sym typeface="Garamond"/>
              </a:rPr>
              <a:t>.</a:t>
            </a:r>
            <a:endParaRPr dirty="0"/>
          </a:p>
          <a:p>
            <a:pPr marL="182880" lvl="0" indent="-74929" algn="l" rtl="0">
              <a:lnSpc>
                <a:spcPct val="90000"/>
              </a:lnSpc>
              <a:spcBef>
                <a:spcPts val="1400"/>
              </a:spcBef>
              <a:spcAft>
                <a:spcPts val="0"/>
              </a:spcAft>
              <a:buSzPts val="1700"/>
              <a:buNone/>
            </a:pPr>
            <a:endParaRPr dirty="0">
              <a:latin typeface="Garamond"/>
              <a:ea typeface="Garamond"/>
              <a:cs typeface="Garamond"/>
              <a:sym typeface="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9"/>
          <p:cNvSpPr txBox="1">
            <a:spLocks noGrp="1"/>
          </p:cNvSpPr>
          <p:nvPr>
            <p:ph type="title"/>
          </p:nvPr>
        </p:nvSpPr>
        <p:spPr>
          <a:xfrm>
            <a:off x="320634" y="484632"/>
            <a:ext cx="11871366" cy="160934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11111"/>
              </a:buClr>
              <a:buSzPts val="2000"/>
              <a:buFont typeface="Garamond"/>
              <a:buNone/>
            </a:pPr>
            <a:r>
              <a:rPr lang="en-US" sz="2000" b="1" i="0" u="none" strike="noStrike">
                <a:solidFill>
                  <a:srgbClr val="111111"/>
                </a:solidFill>
                <a:latin typeface="Garamond"/>
                <a:ea typeface="Garamond"/>
                <a:cs typeface="Garamond"/>
                <a:sym typeface="Garamond"/>
              </a:rPr>
              <a:t>WHAT FORMS OF DEFAMATORY PUBLICATIONS ARE ADMISSIBLE BY COURTS IN INDIA?</a:t>
            </a:r>
            <a:br>
              <a:rPr lang="en-US" sz="2000" b="1" i="0" u="none" strike="noStrike">
                <a:solidFill>
                  <a:srgbClr val="111111"/>
                </a:solidFill>
                <a:latin typeface="Garamond"/>
                <a:ea typeface="Garamond"/>
                <a:cs typeface="Garamond"/>
                <a:sym typeface="Garamond"/>
              </a:rPr>
            </a:br>
            <a:endParaRPr sz="2000" b="1">
              <a:latin typeface="Garamond"/>
              <a:ea typeface="Garamond"/>
              <a:cs typeface="Garamond"/>
              <a:sym typeface="Garamond"/>
            </a:endParaRPr>
          </a:p>
        </p:txBody>
      </p:sp>
      <p:sp>
        <p:nvSpPr>
          <p:cNvPr id="151" name="Google Shape;151;p19"/>
          <p:cNvSpPr txBox="1">
            <a:spLocks noGrp="1"/>
          </p:cNvSpPr>
          <p:nvPr>
            <p:ph type="body" idx="1"/>
          </p:nvPr>
        </p:nvSpPr>
        <p:spPr>
          <a:xfrm>
            <a:off x="1069848" y="2121408"/>
            <a:ext cx="10058400" cy="2308088"/>
          </a:xfrm>
          <a:prstGeom prst="rect">
            <a:avLst/>
          </a:prstGeom>
          <a:noFill/>
          <a:ln>
            <a:noFill/>
          </a:ln>
        </p:spPr>
        <p:txBody>
          <a:bodyPr spcFirstLastPara="1" wrap="square" lIns="91425" tIns="45700" rIns="91425" bIns="45700" anchor="t" anchorCtr="0">
            <a:normAutofit/>
          </a:bodyPr>
          <a:lstStyle/>
          <a:p>
            <a:pPr marL="182880" lvl="0" indent="-182880" algn="just" rtl="0">
              <a:lnSpc>
                <a:spcPct val="90000"/>
              </a:lnSpc>
              <a:spcBef>
                <a:spcPts val="0"/>
              </a:spcBef>
              <a:spcAft>
                <a:spcPts val="0"/>
              </a:spcAft>
              <a:buSzPts val="1700"/>
              <a:buChar char="▪"/>
            </a:pPr>
            <a:r>
              <a:rPr lang="en-US" b="0" i="0" u="none" strike="noStrike">
                <a:solidFill>
                  <a:srgbClr val="222222"/>
                </a:solidFill>
                <a:latin typeface="Garamond"/>
                <a:ea typeface="Garamond"/>
                <a:cs typeface="Garamond"/>
                <a:sym typeface="Garamond"/>
              </a:rPr>
              <a:t>As per section</a:t>
            </a:r>
            <a:r>
              <a:rPr lang="en-US" b="0" i="0" u="sng" strike="noStrike">
                <a:solidFill>
                  <a:schemeClr val="hlink"/>
                </a:solidFill>
                <a:latin typeface="Garamond"/>
                <a:ea typeface="Garamond"/>
                <a:cs typeface="Garamond"/>
                <a:sym typeface="Garamond"/>
                <a:hlinkClick r:id="rId3"/>
              </a:rPr>
              <a:t> 65A</a:t>
            </a:r>
            <a:r>
              <a:rPr lang="en-US" b="0" i="0" u="none" strike="noStrike">
                <a:solidFill>
                  <a:srgbClr val="222222"/>
                </a:solidFill>
                <a:latin typeface="Garamond"/>
                <a:ea typeface="Garamond"/>
                <a:cs typeface="Garamond"/>
                <a:sym typeface="Garamond"/>
              </a:rPr>
              <a:t> and</a:t>
            </a:r>
            <a:r>
              <a:rPr lang="en-US" b="0" i="0" u="sng" strike="noStrike">
                <a:solidFill>
                  <a:schemeClr val="hlink"/>
                </a:solidFill>
                <a:latin typeface="Garamond"/>
                <a:ea typeface="Garamond"/>
                <a:cs typeface="Garamond"/>
                <a:sym typeface="Garamond"/>
                <a:hlinkClick r:id="rId4"/>
              </a:rPr>
              <a:t> 65B</a:t>
            </a:r>
            <a:r>
              <a:rPr lang="en-US" b="0" i="0" u="none" strike="noStrike">
                <a:solidFill>
                  <a:srgbClr val="222222"/>
                </a:solidFill>
                <a:latin typeface="Garamond"/>
                <a:ea typeface="Garamond"/>
                <a:cs typeface="Garamond"/>
                <a:sym typeface="Garamond"/>
              </a:rPr>
              <a:t> of the </a:t>
            </a:r>
            <a:r>
              <a:rPr lang="en-US" b="0" i="0" u="sng" strike="noStrike">
                <a:solidFill>
                  <a:schemeClr val="hlink"/>
                </a:solidFill>
                <a:latin typeface="Garamond"/>
                <a:ea typeface="Garamond"/>
                <a:cs typeface="Garamond"/>
                <a:sym typeface="Garamond"/>
                <a:hlinkClick r:id="rId5"/>
              </a:rPr>
              <a:t>Indian Evidence Act –</a:t>
            </a:r>
            <a:endParaRPr b="0" i="0" u="none" strike="noStrike">
              <a:solidFill>
                <a:srgbClr val="222222"/>
              </a:solidFill>
              <a:latin typeface="Garamond"/>
              <a:ea typeface="Garamond"/>
              <a:cs typeface="Garamond"/>
              <a:sym typeface="Garamond"/>
            </a:endParaRPr>
          </a:p>
          <a:p>
            <a:pPr marL="182880" lvl="0" indent="-182880" algn="just" rtl="0">
              <a:lnSpc>
                <a:spcPct val="90000"/>
              </a:lnSpc>
              <a:spcBef>
                <a:spcPts val="1200"/>
              </a:spcBef>
              <a:spcAft>
                <a:spcPts val="0"/>
              </a:spcAft>
              <a:buSzPts val="1700"/>
              <a:buFont typeface="Rockwell"/>
              <a:buAutoNum type="arabicPeriod"/>
            </a:pPr>
            <a:r>
              <a:rPr lang="en-US" b="0" i="0" u="none" strike="noStrike">
                <a:solidFill>
                  <a:srgbClr val="222222"/>
                </a:solidFill>
                <a:latin typeface="Garamond"/>
                <a:ea typeface="Garamond"/>
                <a:cs typeface="Garamond"/>
                <a:sym typeface="Garamond"/>
              </a:rPr>
              <a:t>Any electronic record printed on a paper or recorded or copied in optical or magnetic media shall be considered as a document and shall be admissible by court.</a:t>
            </a:r>
            <a:endParaRPr/>
          </a:p>
          <a:p>
            <a:pPr marL="182880" lvl="0" indent="-182880" algn="just" rtl="0">
              <a:lnSpc>
                <a:spcPct val="90000"/>
              </a:lnSpc>
              <a:spcBef>
                <a:spcPts val="1200"/>
              </a:spcBef>
              <a:spcAft>
                <a:spcPts val="0"/>
              </a:spcAft>
              <a:buSzPts val="1700"/>
              <a:buFont typeface="Rockwell"/>
              <a:buAutoNum type="arabicPeriod"/>
            </a:pPr>
            <a:r>
              <a:rPr lang="en-US" b="0" i="0" u="none" strike="noStrike">
                <a:solidFill>
                  <a:srgbClr val="222222"/>
                </a:solidFill>
                <a:latin typeface="Garamond"/>
                <a:ea typeface="Garamond"/>
                <a:cs typeface="Garamond"/>
                <a:sym typeface="Garamond"/>
              </a:rPr>
              <a:t>Online chats are also admissible.</a:t>
            </a:r>
            <a:endParaRPr/>
          </a:p>
          <a:p>
            <a:pPr marL="182880" lvl="0" indent="-182880" algn="just" rtl="0">
              <a:lnSpc>
                <a:spcPct val="90000"/>
              </a:lnSpc>
              <a:spcBef>
                <a:spcPts val="1200"/>
              </a:spcBef>
              <a:spcAft>
                <a:spcPts val="0"/>
              </a:spcAft>
              <a:buSzPts val="1700"/>
              <a:buFont typeface="Rockwell"/>
              <a:buAutoNum type="arabicPeriod"/>
            </a:pPr>
            <a:r>
              <a:rPr lang="en-US" b="0" i="0" u="none" strike="noStrike">
                <a:solidFill>
                  <a:srgbClr val="222222"/>
                </a:solidFill>
                <a:latin typeface="Garamond"/>
                <a:ea typeface="Garamond"/>
                <a:cs typeface="Garamond"/>
                <a:sym typeface="Garamond"/>
              </a:rPr>
              <a:t>Electronic mails are also admissible.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0"/>
          <p:cNvSpPr txBox="1">
            <a:spLocks noGrp="1"/>
          </p:cNvSpPr>
          <p:nvPr>
            <p:ph type="title"/>
          </p:nvPr>
        </p:nvSpPr>
        <p:spPr>
          <a:xfrm>
            <a:off x="1069848" y="484632"/>
            <a:ext cx="10058400" cy="113041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DEFAMATION: SLANDER/LIBEL</a:t>
            </a:r>
            <a:endParaRPr/>
          </a:p>
        </p:txBody>
      </p:sp>
      <p:sp>
        <p:nvSpPr>
          <p:cNvPr id="157" name="Google Shape;157;p20"/>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b="0" i="0" u="none" strike="noStrike">
                <a:solidFill>
                  <a:srgbClr val="222222"/>
                </a:solidFill>
                <a:latin typeface="Poppins"/>
                <a:ea typeface="Poppins"/>
                <a:cs typeface="Poppins"/>
                <a:sym typeface="Poppins"/>
              </a:rPr>
              <a:t>Defamation can be categorized into two categories, namely, "slander" and "libel." Slander is defined as "destroying someone's reputation through a false spoken statement”, whereas "Libel" is defined as "false published or written statement causing harm to someone's reputation." </a:t>
            </a:r>
            <a:endParaRPr/>
          </a:p>
          <a:p>
            <a:pPr marL="182880" lvl="0" indent="-74929" algn="l" rtl="0">
              <a:lnSpc>
                <a:spcPct val="90000"/>
              </a:lnSpc>
              <a:spcBef>
                <a:spcPts val="1200"/>
              </a:spcBef>
              <a:spcAft>
                <a:spcPts val="0"/>
              </a:spcAft>
              <a:buSzPts val="1700"/>
              <a:buNone/>
            </a:pPr>
            <a:endParaRPr>
              <a:solidFill>
                <a:srgbClr val="222222"/>
              </a:solidFill>
              <a:latin typeface="Poppins"/>
              <a:ea typeface="Poppins"/>
              <a:cs typeface="Poppins"/>
              <a:sym typeface="Poppins"/>
            </a:endParaRPr>
          </a:p>
          <a:p>
            <a:pPr marL="182880" lvl="0" indent="-182880" algn="l" rtl="0">
              <a:lnSpc>
                <a:spcPct val="90000"/>
              </a:lnSpc>
              <a:spcBef>
                <a:spcPts val="1200"/>
              </a:spcBef>
              <a:spcAft>
                <a:spcPts val="0"/>
              </a:spcAft>
              <a:buSzPts val="1700"/>
              <a:buChar char="▪"/>
            </a:pPr>
            <a:r>
              <a:rPr lang="en-US" b="0" i="0" u="none" strike="noStrike">
                <a:solidFill>
                  <a:srgbClr val="222222"/>
                </a:solidFill>
                <a:latin typeface="Poppins"/>
                <a:ea typeface="Poppins"/>
                <a:cs typeface="Poppins"/>
                <a:sym typeface="Poppins"/>
              </a:rPr>
              <a:t>The defamation through online medium falls into the category of libel as the electronic records are designated as documents whether it may be in the form of written text, audio, or video files.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body" idx="1"/>
          </p:nvPr>
        </p:nvSpPr>
        <p:spPr>
          <a:xfrm>
            <a:off x="1069848" y="427512"/>
            <a:ext cx="10058400" cy="574468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380"/>
              <a:buNone/>
            </a:pPr>
            <a:r>
              <a:rPr lang="en-US" sz="2800" b="1" dirty="0"/>
              <a:t>Varieties of Problematic Content:</a:t>
            </a:r>
            <a:endParaRPr dirty="0"/>
          </a:p>
          <a:p>
            <a:pPr marL="182880" lvl="0" indent="-182880" algn="l" rtl="0">
              <a:lnSpc>
                <a:spcPct val="90000"/>
              </a:lnSpc>
              <a:spcBef>
                <a:spcPts val="1200"/>
              </a:spcBef>
              <a:spcAft>
                <a:spcPts val="0"/>
              </a:spcAft>
              <a:buSzPts val="1700"/>
              <a:buChar char="▪"/>
            </a:pPr>
            <a:r>
              <a:rPr lang="en-US" dirty="0"/>
              <a:t>Offensive comments on social media posts</a:t>
            </a:r>
            <a:endParaRPr dirty="0"/>
          </a:p>
          <a:p>
            <a:pPr marL="182880" lvl="0" indent="-182880" algn="l" rtl="0">
              <a:lnSpc>
                <a:spcPct val="90000"/>
              </a:lnSpc>
              <a:spcBef>
                <a:spcPts val="1200"/>
              </a:spcBef>
              <a:spcAft>
                <a:spcPts val="0"/>
              </a:spcAft>
              <a:buSzPts val="1700"/>
              <a:buChar char="▪"/>
            </a:pPr>
            <a:r>
              <a:rPr lang="en-US" dirty="0"/>
              <a:t>Rants and disgruntled posts over online handles</a:t>
            </a:r>
            <a:endParaRPr dirty="0"/>
          </a:p>
          <a:p>
            <a:pPr marL="182880" lvl="0" indent="-182880" algn="l" rtl="0">
              <a:lnSpc>
                <a:spcPct val="90000"/>
              </a:lnSpc>
              <a:spcBef>
                <a:spcPts val="1200"/>
              </a:spcBef>
              <a:spcAft>
                <a:spcPts val="0"/>
              </a:spcAft>
              <a:buSzPts val="1700"/>
              <a:buChar char="▪"/>
            </a:pPr>
            <a:r>
              <a:rPr lang="en-US" dirty="0"/>
              <a:t>Casually disrespectful posts undermining people</a:t>
            </a:r>
            <a:endParaRPr dirty="0"/>
          </a:p>
          <a:p>
            <a:pPr marL="182880" lvl="0" indent="-182880" algn="l" rtl="0">
              <a:lnSpc>
                <a:spcPct val="90000"/>
              </a:lnSpc>
              <a:spcBef>
                <a:spcPts val="1200"/>
              </a:spcBef>
              <a:spcAft>
                <a:spcPts val="0"/>
              </a:spcAft>
              <a:buSzPts val="1700"/>
              <a:buChar char="▪"/>
            </a:pPr>
            <a:r>
              <a:rPr lang="en-US" dirty="0"/>
              <a:t>Purposefully written posts to demean and delegitimize individuals (harming their reputation)</a:t>
            </a:r>
            <a:endParaRPr dirty="0"/>
          </a:p>
          <a:p>
            <a:pPr marL="182880" lvl="0" indent="-74929"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				</a:t>
            </a:r>
            <a:r>
              <a:rPr lang="en-US" sz="2800" b="1" dirty="0"/>
              <a:t>Likely Scenarios:</a:t>
            </a:r>
            <a:endParaRPr b="1" dirty="0"/>
          </a:p>
          <a:p>
            <a:pPr marL="182880" lvl="0" indent="-182880" algn="l" rtl="0">
              <a:lnSpc>
                <a:spcPct val="90000"/>
              </a:lnSpc>
              <a:spcBef>
                <a:spcPts val="1200"/>
              </a:spcBef>
              <a:spcAft>
                <a:spcPts val="0"/>
              </a:spcAft>
              <a:buSzPts val="1700"/>
              <a:buChar char="▪"/>
            </a:pPr>
            <a:r>
              <a:rPr lang="en-US" dirty="0"/>
              <a:t>Our right to express choice, demanding human rights </a:t>
            </a:r>
            <a:r>
              <a:rPr lang="en-US" dirty="0">
                <a:sym typeface="Wingdings" panose="05000000000000000000" pitchFamily="2" charset="2"/>
              </a:rPr>
              <a:t></a:t>
            </a:r>
            <a:r>
              <a:rPr lang="en-US" dirty="0"/>
              <a:t>censorship may be discouraged)</a:t>
            </a:r>
            <a:endParaRPr dirty="0"/>
          </a:p>
          <a:p>
            <a:pPr marL="182880" lvl="0" indent="-182880" algn="l" rtl="0">
              <a:lnSpc>
                <a:spcPct val="90000"/>
              </a:lnSpc>
              <a:spcBef>
                <a:spcPts val="1200"/>
              </a:spcBef>
              <a:spcAft>
                <a:spcPts val="0"/>
              </a:spcAft>
              <a:buSzPts val="1700"/>
              <a:buChar char="▪"/>
            </a:pPr>
            <a:r>
              <a:rPr lang="en-US" dirty="0"/>
              <a:t>Discriminatory outburst that destroys the possibility of equity in the workplace </a:t>
            </a:r>
            <a:r>
              <a:rPr lang="en-US" dirty="0">
                <a:sym typeface="Wingdings" panose="05000000000000000000" pitchFamily="2" charset="2"/>
              </a:rPr>
              <a:t></a:t>
            </a:r>
            <a:r>
              <a:rPr lang="en-US" dirty="0"/>
              <a:t>this post/content needs to be avoided</a:t>
            </a:r>
            <a:endParaRPr dirty="0"/>
          </a:p>
          <a:p>
            <a:pPr marL="182880" lvl="0" indent="-74929" algn="l" rtl="0">
              <a:lnSpc>
                <a:spcPct val="90000"/>
              </a:lnSpc>
              <a:spcBef>
                <a:spcPts val="1200"/>
              </a:spcBef>
              <a:spcAft>
                <a:spcPts val="0"/>
              </a:spcAft>
              <a:buSzPts val="17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2"/>
          <p:cNvSpPr txBox="1">
            <a:spLocks noGrp="1"/>
          </p:cNvSpPr>
          <p:nvPr>
            <p:ph type="title"/>
          </p:nvPr>
        </p:nvSpPr>
        <p:spPr>
          <a:xfrm>
            <a:off x="1069848" y="484632"/>
            <a:ext cx="10058400" cy="70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000"/>
              <a:buFont typeface="Rockwell"/>
              <a:buNone/>
            </a:pPr>
            <a:r>
              <a:rPr lang="en-US" sz="4000"/>
              <a:t>SITUATION:</a:t>
            </a:r>
            <a:endParaRPr/>
          </a:p>
        </p:txBody>
      </p:sp>
      <p:sp>
        <p:nvSpPr>
          <p:cNvPr id="168" name="Google Shape;168;p22"/>
          <p:cNvSpPr txBox="1">
            <a:spLocks noGrp="1"/>
          </p:cNvSpPr>
          <p:nvPr>
            <p:ph type="body" idx="1"/>
          </p:nvPr>
        </p:nvSpPr>
        <p:spPr>
          <a:xfrm>
            <a:off x="973596" y="1495766"/>
            <a:ext cx="10058400" cy="405079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SzPct val="85000"/>
              <a:buNone/>
            </a:pPr>
            <a:r>
              <a:rPr lang="en-US" dirty="0">
                <a:latin typeface="Garamond"/>
                <a:ea typeface="Garamond"/>
                <a:cs typeface="Garamond"/>
                <a:sym typeface="Garamond"/>
              </a:rPr>
              <a:t>You have been replaced at your job as Senior Researcher / Team Leader and have been shifted to a less significant but apparently equal position in a remote location. The probable reason for this is that you objected to certain company policies that </a:t>
            </a:r>
            <a:r>
              <a:rPr lang="en-US" dirty="0" err="1">
                <a:latin typeface="Garamond"/>
                <a:ea typeface="Garamond"/>
                <a:cs typeface="Garamond"/>
                <a:sym typeface="Garamond"/>
              </a:rPr>
              <a:t>favour</a:t>
            </a:r>
            <a:r>
              <a:rPr lang="en-US" dirty="0">
                <a:latin typeface="Garamond"/>
                <a:ea typeface="Garamond"/>
                <a:cs typeface="Garamond"/>
                <a:sym typeface="Garamond"/>
              </a:rPr>
              <a:t> unequal job promotions, unjustly </a:t>
            </a:r>
            <a:r>
              <a:rPr lang="en-US" dirty="0" err="1">
                <a:latin typeface="Garamond"/>
                <a:ea typeface="Garamond"/>
                <a:cs typeface="Garamond"/>
                <a:sym typeface="Garamond"/>
              </a:rPr>
              <a:t>favouring</a:t>
            </a:r>
            <a:r>
              <a:rPr lang="en-US" dirty="0">
                <a:latin typeface="Garamond"/>
                <a:ea typeface="Garamond"/>
                <a:cs typeface="Garamond"/>
                <a:sym typeface="Garamond"/>
              </a:rPr>
              <a:t> the older and well-connected people who are part of the core group of team leaders. However, there is no proof of this. How do you respond?</a:t>
            </a:r>
            <a:endParaRPr dirty="0"/>
          </a:p>
          <a:p>
            <a:pPr marL="182880" lvl="0" indent="-83026" algn="l" rtl="0">
              <a:lnSpc>
                <a:spcPct val="90000"/>
              </a:lnSpc>
              <a:spcBef>
                <a:spcPts val="1200"/>
              </a:spcBef>
              <a:spcAft>
                <a:spcPts val="0"/>
              </a:spcAft>
              <a:buSzPct val="85000"/>
              <a:buNone/>
            </a:pPr>
            <a:endParaRPr dirty="0"/>
          </a:p>
          <a:p>
            <a:pPr marL="182880" lvl="0" indent="-182880" algn="l" rtl="0">
              <a:lnSpc>
                <a:spcPct val="90000"/>
              </a:lnSpc>
              <a:spcBef>
                <a:spcPts val="1200"/>
              </a:spcBef>
              <a:spcAft>
                <a:spcPts val="0"/>
              </a:spcAft>
              <a:buSzPct val="85000"/>
              <a:buChar char="▪"/>
            </a:pPr>
            <a:r>
              <a:rPr lang="en-US" dirty="0">
                <a:latin typeface="Garamond"/>
                <a:ea typeface="Garamond"/>
                <a:cs typeface="Garamond"/>
                <a:sym typeface="Garamond"/>
              </a:rPr>
              <a:t>Facebook/Instagram rant with images of your emails/</a:t>
            </a:r>
            <a:r>
              <a:rPr lang="en-US" dirty="0" err="1">
                <a:latin typeface="Garamond"/>
                <a:ea typeface="Garamond"/>
                <a:cs typeface="Garamond"/>
                <a:sym typeface="Garamond"/>
              </a:rPr>
              <a:t>Whatsapp</a:t>
            </a:r>
            <a:r>
              <a:rPr lang="en-US" dirty="0">
                <a:latin typeface="Garamond"/>
                <a:ea typeface="Garamond"/>
                <a:cs typeface="Garamond"/>
                <a:sym typeface="Garamond"/>
              </a:rPr>
              <a:t> messages where your suggestions had been turned down and of those emails where you had been informed of your transfer</a:t>
            </a:r>
            <a:endParaRPr dirty="0"/>
          </a:p>
          <a:p>
            <a:pPr marL="182880" lvl="0" indent="-182880" algn="l" rtl="0">
              <a:lnSpc>
                <a:spcPct val="90000"/>
              </a:lnSpc>
              <a:spcBef>
                <a:spcPts val="1200"/>
              </a:spcBef>
              <a:spcAft>
                <a:spcPts val="0"/>
              </a:spcAft>
              <a:buSzPct val="85000"/>
              <a:buChar char="▪"/>
            </a:pPr>
            <a:r>
              <a:rPr lang="en-US" dirty="0">
                <a:latin typeface="Garamond"/>
                <a:ea typeface="Garamond"/>
                <a:cs typeface="Garamond"/>
                <a:sym typeface="Garamond"/>
              </a:rPr>
              <a:t>Email to all the office community with the same material as attachments: a mark of protest</a:t>
            </a:r>
            <a:endParaRPr dirty="0"/>
          </a:p>
          <a:p>
            <a:pPr marL="182880" lvl="0" indent="-182880" algn="l" rtl="0">
              <a:lnSpc>
                <a:spcPct val="90000"/>
              </a:lnSpc>
              <a:spcBef>
                <a:spcPts val="1200"/>
              </a:spcBef>
              <a:spcAft>
                <a:spcPts val="0"/>
              </a:spcAft>
              <a:buSzPct val="85000"/>
              <a:buChar char="▪"/>
            </a:pPr>
            <a:r>
              <a:rPr lang="en-US" dirty="0">
                <a:latin typeface="Garamond"/>
                <a:ea typeface="Garamond"/>
                <a:cs typeface="Garamond"/>
                <a:sym typeface="Garamond"/>
              </a:rPr>
              <a:t>Email to the authorities where you object, along with a rant on social media</a:t>
            </a:r>
            <a:endParaRPr dirty="0"/>
          </a:p>
          <a:p>
            <a:pPr marL="182880" lvl="0" indent="-182880" algn="l" rtl="0">
              <a:lnSpc>
                <a:spcPct val="90000"/>
              </a:lnSpc>
              <a:spcBef>
                <a:spcPts val="1200"/>
              </a:spcBef>
              <a:spcAft>
                <a:spcPts val="0"/>
              </a:spcAft>
              <a:buSzPct val="85000"/>
              <a:buChar char="▪"/>
            </a:pPr>
            <a:r>
              <a:rPr lang="en-US" dirty="0">
                <a:latin typeface="Garamond"/>
                <a:ea typeface="Garamond"/>
                <a:cs typeface="Garamond"/>
                <a:sym typeface="Garamond"/>
              </a:rPr>
              <a:t>Announcement on social media informing people about your updated location +  An email to put your confusion/disagreement on record and to confirm your willingness to cooperate </a:t>
            </a:r>
            <a:r>
              <a:rPr lang="en-US" b="1" u="sng" dirty="0">
                <a:latin typeface="Garamond"/>
                <a:ea typeface="Garamond"/>
                <a:cs typeface="Garamond"/>
                <a:sym typeface="Garamond"/>
              </a:rPr>
              <a:t>[PREFERABLE RESPONSE] </a:t>
            </a:r>
            <a:endParaRPr dirty="0"/>
          </a:p>
          <a:p>
            <a:pPr marL="182880" lvl="0" indent="-83026" algn="l" rtl="0">
              <a:lnSpc>
                <a:spcPct val="90000"/>
              </a:lnSpc>
              <a:spcBef>
                <a:spcPts val="1200"/>
              </a:spcBef>
              <a:spcAft>
                <a:spcPts val="0"/>
              </a:spcAft>
              <a:buSzPct val="85000"/>
              <a:buNone/>
            </a:pPr>
            <a:endParaRPr dirty="0"/>
          </a:p>
        </p:txBody>
      </p:sp>
    </p:spTree>
  </p:cSld>
  <p:clrMapOvr>
    <a:masterClrMapping/>
  </p:clrMapOvr>
</p:sld>
</file>

<file path=ppt/theme/theme1.xml><?xml version="1.0" encoding="utf-8"?>
<a:theme xmlns:a="http://schemas.openxmlformats.org/drawingml/2006/main" name="Wood Type">
  <a:themeElements>
    <a:clrScheme name="Wood Type">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TotalTime>
  <Words>877</Words>
  <Application>Microsoft Office PowerPoint</Application>
  <PresentationFormat>Widescreen</PresentationFormat>
  <Paragraphs>64</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Wood Type</vt:lpstr>
      <vt:lpstr>ONLINE COMMUNICATION </vt:lpstr>
      <vt:lpstr>CHANNELS AND FILTERS</vt:lpstr>
      <vt:lpstr>ANNOUNCEMENT ACROSS MEDIA:</vt:lpstr>
      <vt:lpstr>ASSUMPTIONS:</vt:lpstr>
      <vt:lpstr>DIFF B/W FREE SPEECH AND DEFAMATION</vt:lpstr>
      <vt:lpstr>PowerPoint Presentation</vt:lpstr>
      <vt:lpstr>WHAT FORMS OF DEFAMATORY PUBLICATIONS ARE ADMISSIBLE BY COURTS IN INDIA? </vt:lpstr>
      <vt:lpstr>DEFAMATION: SLANDER/LIBEL</vt:lpstr>
      <vt:lpstr>PowerPoint Presentation</vt:lpstr>
      <vt:lpstr>SITUATION: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COMMUNICATION </dc:title>
  <cp:lastModifiedBy>Shuhita Bhattacharjee</cp:lastModifiedBy>
  <cp:revision>7</cp:revision>
  <dcterms:modified xsi:type="dcterms:W3CDTF">2025-10-06T17:46:54Z</dcterms:modified>
</cp:coreProperties>
</file>