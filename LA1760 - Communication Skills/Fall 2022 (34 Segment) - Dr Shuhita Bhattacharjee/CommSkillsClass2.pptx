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5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0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5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9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3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0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8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31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25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34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1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3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30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0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07422D-E8F4-40E4-8AE7-B8D4BBDAF475}" type="datetimeFigureOut">
              <a:rPr lang="en-US" smtClean="0"/>
              <a:t>1/10/22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1A5C12-FA37-4062-8305-D6E2239BF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020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9127" y="375612"/>
            <a:ext cx="10670598" cy="2931005"/>
          </a:xfrm>
        </p:spPr>
        <p:txBody>
          <a:bodyPr/>
          <a:lstStyle/>
          <a:p>
            <a:r>
              <a:rPr lang="en-US" cap="none" dirty="0">
                <a:latin typeface="Broadway" panose="04040905080B02020502" pitchFamily="82" charset="0"/>
              </a:rPr>
              <a:t>Communication Skills </a:t>
            </a:r>
            <a:br>
              <a:rPr lang="en-US" dirty="0"/>
            </a:br>
            <a:br>
              <a:rPr lang="en-US" dirty="0"/>
            </a:br>
            <a:r>
              <a:rPr lang="en-US">
                <a:latin typeface="Arial Narrow" panose="020B0606020202030204" pitchFamily="34" charset="0"/>
              </a:rPr>
              <a:t>Class 2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cap="none" dirty="0">
                <a:latin typeface="Arial Rounded MT Bold" panose="020F0704030504030204" pitchFamily="34" charset="0"/>
              </a:rPr>
              <a:t>Shuhita </a:t>
            </a:r>
            <a:r>
              <a:rPr lang="en-US" sz="3200" cap="none" dirty="0" err="1">
                <a:latin typeface="Arial Rounded MT Bold" panose="020F0704030504030204" pitchFamily="34" charset="0"/>
              </a:rPr>
              <a:t>Bhattacharjee</a:t>
            </a:r>
            <a:endParaRPr lang="en-US" sz="3200" cap="none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40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Arial Rounded MT Bold" panose="020F0704030504030204" pitchFamily="34" charset="0"/>
              </a:rPr>
              <a:t>How to write a proper curriculum vitae / </a:t>
            </a:r>
            <a:r>
              <a:rPr lang="en-US" b="1" cap="none" dirty="0">
                <a:latin typeface="Arial Rounded MT Bold" panose="020F0704030504030204" pitchFamily="34" charset="0"/>
              </a:rPr>
              <a:t>résumé</a:t>
            </a:r>
            <a:r>
              <a:rPr lang="en-US" cap="none" dirty="0">
                <a:latin typeface="Arial Rounded MT Bold" panose="020F07040305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97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 dirty="0">
                <a:latin typeface="Arial Rounded MT Bold" panose="020F0704030504030204" pitchFamily="34" charset="0"/>
              </a:rPr>
              <a:t>Tonality and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professional, not personal</a:t>
            </a:r>
          </a:p>
          <a:p>
            <a:r>
              <a:rPr lang="en-US" dirty="0"/>
              <a:t>Accurate details</a:t>
            </a:r>
          </a:p>
          <a:p>
            <a:r>
              <a:rPr lang="en-US" dirty="0"/>
              <a:t>Relevant details</a:t>
            </a:r>
          </a:p>
          <a:p>
            <a:r>
              <a:rPr lang="en-US" dirty="0"/>
              <a:t>Customize your CV for the position/advertisement</a:t>
            </a:r>
          </a:p>
          <a:p>
            <a:r>
              <a:rPr lang="en-US" dirty="0"/>
              <a:t>Moderate/specified length (two sides of an A4 page)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50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455" y="147782"/>
            <a:ext cx="11554690" cy="64746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Segments </a:t>
            </a:r>
          </a:p>
          <a:p>
            <a:endParaRPr lang="en-US" dirty="0"/>
          </a:p>
          <a:p>
            <a:r>
              <a:rPr lang="en-US" sz="2400" b="1" dirty="0">
                <a:latin typeface="Arial Narrow" panose="020B0606020202030204" pitchFamily="34" charset="0"/>
              </a:rPr>
              <a:t>Top: </a:t>
            </a:r>
            <a:r>
              <a:rPr lang="en-US" sz="2000" b="1" dirty="0">
                <a:latin typeface="Arial Narrow" panose="020B0606020202030204" pitchFamily="34" charset="0"/>
              </a:rPr>
              <a:t>Name, Contact Details, Website/LinkedIn Profile (updated), Current position, City and Country 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Profile/</a:t>
            </a:r>
            <a:r>
              <a:rPr lang="en-US" sz="2400" b="1" dirty="0" err="1">
                <a:latin typeface="Arial Narrow" panose="020B0606020202030204" pitchFamily="34" charset="0"/>
              </a:rPr>
              <a:t>Bionote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Publications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Experience (Teaching Experience, Research Experience)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Education 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Projects/Social Sector Experience 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Awards and </a:t>
            </a:r>
            <a:r>
              <a:rPr lang="en-US" sz="2400" b="1" dirty="0" err="1">
                <a:latin typeface="Arial Narrow" panose="020B0606020202030204" pitchFamily="34" charset="0"/>
              </a:rPr>
              <a:t>Honours</a:t>
            </a:r>
            <a:r>
              <a:rPr lang="en-US" sz="2400" b="1" dirty="0">
                <a:latin typeface="Arial Narrow" panose="020B0606020202030204" pitchFamily="34" charset="0"/>
              </a:rPr>
              <a:t>  /  Skills and Achievements 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Talks / Conferences / Presentations / Exhibitions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Professional Licenses, Certifications, and Memberships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09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27" y="92364"/>
            <a:ext cx="11610109" cy="6400799"/>
          </a:xfrm>
        </p:spPr>
        <p:txBody>
          <a:bodyPr/>
          <a:lstStyle/>
          <a:p>
            <a:r>
              <a:rPr lang="en-US" sz="2400" dirty="0">
                <a:latin typeface="Centaur" panose="02030504050205020304" pitchFamily="18" charset="0"/>
              </a:rPr>
              <a:t>Education and Experience written in reverse chronology (the most recent figuring uppermost on the list)</a:t>
            </a:r>
          </a:p>
          <a:p>
            <a:r>
              <a:rPr lang="en-US" sz="2400" b="1" u="sng" dirty="0">
                <a:latin typeface="Centaur" panose="02030504050205020304" pitchFamily="18" charset="0"/>
              </a:rPr>
              <a:t>Education</a:t>
            </a:r>
            <a:r>
              <a:rPr lang="en-US" sz="2400" dirty="0">
                <a:latin typeface="Centaur" panose="02030504050205020304" pitchFamily="18" charset="0"/>
              </a:rPr>
              <a:t>: Degree, Institution, City (and Country), Year, Mention of rank/accomplishment if noteworthy</a:t>
            </a:r>
          </a:p>
          <a:p>
            <a:r>
              <a:rPr lang="en-US" sz="2400" b="1" u="sng" dirty="0">
                <a:latin typeface="Centaur" panose="02030504050205020304" pitchFamily="18" charset="0"/>
              </a:rPr>
              <a:t>Experience</a:t>
            </a:r>
            <a:r>
              <a:rPr lang="en-US" sz="2400" dirty="0">
                <a:latin typeface="Centaur" panose="02030504050205020304" pitchFamily="18" charset="0"/>
              </a:rPr>
              <a:t>: Position/Job Title, Employer, Dates, Brief description of responsibilities/role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b="1" u="sng" dirty="0">
                <a:latin typeface="Centaur" panose="02030504050205020304" pitchFamily="18" charset="0"/>
              </a:rPr>
              <a:t>Contact Details </a:t>
            </a:r>
            <a:r>
              <a:rPr lang="en-US" sz="2400" dirty="0">
                <a:latin typeface="Centaur" panose="02030504050205020304" pitchFamily="18" charset="0"/>
              </a:rPr>
              <a:t>: Email Addresses, Personal Website, Phone Number (optional), Office Number and Campus Address [Professional Address]; No need for DOB or photograph unless specifically mentioned, Home address may or may not be relevant.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3200" b="1" u="sng" dirty="0">
                <a:latin typeface="Centaur" panose="02030504050205020304" pitchFamily="18" charset="0"/>
              </a:rPr>
              <a:t>Profile/</a:t>
            </a:r>
            <a:r>
              <a:rPr lang="en-US" sz="3200" b="1" u="sng" dirty="0" err="1">
                <a:latin typeface="Centaur" panose="02030504050205020304" pitchFamily="18" charset="0"/>
              </a:rPr>
              <a:t>Bionote</a:t>
            </a:r>
            <a:r>
              <a:rPr lang="en-US" sz="2400" dirty="0">
                <a:latin typeface="Centaur" panose="02030504050205020304" pitchFamily="18" charset="0"/>
              </a:rPr>
              <a:t>: Brief summary of your professional trajectory, mentioning your focus areas of expertise/experience/interest. No vague or grand statement of future dreams. A hint of your plan for professional thrust areas going forward;   Customize;  Overview;  Brevity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2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9383"/>
            <a:ext cx="10942781" cy="642850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entaur" panose="02030504050205020304" pitchFamily="18" charset="0"/>
              </a:rPr>
              <a:t>If it is an academic CV, list the publications first (if you have a decent handful).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If you have enough Experience, then this section should precede Education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Skills and Achievements: Talk about professional skills relevant to the job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No need for Interests</a:t>
            </a:r>
          </a:p>
          <a:p>
            <a:endParaRPr lang="en-US" sz="2800" dirty="0">
              <a:latin typeface="Centaur" panose="02030504050205020304" pitchFamily="18" charset="0"/>
            </a:endParaRPr>
          </a:p>
          <a:p>
            <a:r>
              <a:rPr lang="en-US" sz="2800" dirty="0">
                <a:latin typeface="Centaur" panose="02030504050205020304" pitchFamily="18" charset="0"/>
              </a:rPr>
              <a:t>No need for referees unless requisitioned</a:t>
            </a:r>
          </a:p>
          <a:p>
            <a:endParaRPr lang="en-US" sz="2800" dirty="0"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34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65" y="203201"/>
            <a:ext cx="10420062" cy="5588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aur" panose="02030504050205020304" pitchFamily="18" charset="0"/>
              </a:rPr>
              <a:t>Include a Cover Letter, Explain gaps in work history </a:t>
            </a:r>
            <a:r>
              <a:rPr lang="en-US" sz="2400" dirty="0" err="1">
                <a:latin typeface="Centaur" panose="02030504050205020304" pitchFamily="18" charset="0"/>
              </a:rPr>
              <a:t>etc</a:t>
            </a:r>
            <a:endParaRPr lang="en-US" sz="2400" dirty="0">
              <a:latin typeface="Centaur" panose="02030504050205020304" pitchFamily="18" charset="0"/>
            </a:endParaRP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Do not exaggerate on your CV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Keep it updated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Do not leave gaps</a:t>
            </a:r>
          </a:p>
          <a:p>
            <a:endParaRPr lang="en-US" sz="2400" dirty="0"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36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95565"/>
            <a:ext cx="10131425" cy="634538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entaur" panose="02030504050205020304" pitchFamily="18" charset="0"/>
              </a:rPr>
              <a:t>Use/Create a professional email address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Appropriate Font and Layout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Send as a PDF for constancy of formatting and ease of accessing across devices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Make it keyword-friendly (Search engines on websites can pick it from a large pile)</a:t>
            </a:r>
          </a:p>
          <a:p>
            <a:endParaRPr lang="en-US" sz="2400" dirty="0">
              <a:latin typeface="Centaur" panose="02030504050205020304" pitchFamily="18" charset="0"/>
            </a:endParaRPr>
          </a:p>
          <a:p>
            <a:r>
              <a:rPr lang="en-US" sz="2400" dirty="0">
                <a:latin typeface="Centaur" panose="02030504050205020304" pitchFamily="18" charset="0"/>
              </a:rPr>
              <a:t>Use figures for precision and impact (The project increased sales by 70%)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4654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730</TotalTime>
  <Words>386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Arial Rounded MT Bold</vt:lpstr>
      <vt:lpstr>Broadway</vt:lpstr>
      <vt:lpstr>Calibri</vt:lpstr>
      <vt:lpstr>Calibri Light</vt:lpstr>
      <vt:lpstr>Centaur</vt:lpstr>
      <vt:lpstr>Celestial</vt:lpstr>
      <vt:lpstr>Communication Skills   Class 2</vt:lpstr>
      <vt:lpstr>How to write a proper curriculum vitae / résumé?</vt:lpstr>
      <vt:lpstr>Tonality and Content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  Class 3</dc:title>
  <dc:creator>Shuhita B</dc:creator>
  <cp:lastModifiedBy>Shuhita Bhattacharjee</cp:lastModifiedBy>
  <cp:revision>33</cp:revision>
  <dcterms:created xsi:type="dcterms:W3CDTF">2021-02-02T17:34:46Z</dcterms:created>
  <dcterms:modified xsi:type="dcterms:W3CDTF">2022-01-10T03:49:39Z</dcterms:modified>
</cp:coreProperties>
</file>